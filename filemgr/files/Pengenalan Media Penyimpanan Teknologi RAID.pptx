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2" r:id="rId6"/>
    <p:sldId id="263" r:id="rId7"/>
    <p:sldId id="260" r:id="rId8"/>
    <p:sldId id="261" r:id="rId9"/>
    <p:sldId id="264" r:id="rId10"/>
    <p:sldId id="265" r:id="rId11"/>
    <p:sldId id="266" r:id="rId12"/>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94660"/>
  </p:normalViewPr>
  <p:slideViewPr>
    <p:cSldViewPr>
      <p:cViewPr varScale="1">
        <p:scale>
          <a:sx n="70" d="100"/>
          <a:sy n="70" d="100"/>
        </p:scale>
        <p:origin x="135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ounded Rectangle 9"/>
          <p:cNvSpPr/>
          <p:nvPr/>
        </p:nvSpPr>
        <p:spPr>
          <a:xfrm rot="20707748">
            <a:off x="-617539" y="-652551"/>
            <a:ext cx="6664606" cy="3942692"/>
          </a:xfrm>
          <a:custGeom>
            <a:avLst/>
            <a:gdLst/>
            <a:ahLst/>
            <a:cxnLst/>
            <a:rect l="l" t="t" r="r" b="b"/>
            <a:pathLst>
              <a:path w="6664606" h="3942692">
                <a:moveTo>
                  <a:pt x="1046923" y="0"/>
                </a:moveTo>
                <a:lnTo>
                  <a:pt x="6664606" y="1491692"/>
                </a:lnTo>
                <a:lnTo>
                  <a:pt x="6664606" y="3860602"/>
                </a:lnTo>
                <a:cubicBezTo>
                  <a:pt x="6664606" y="3905939"/>
                  <a:pt x="6627853" y="3942692"/>
                  <a:pt x="6582516" y="3942692"/>
                </a:cubicBezTo>
                <a:lnTo>
                  <a:pt x="0" y="3942692"/>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rot="20707748">
            <a:off x="6168153" y="-441831"/>
            <a:ext cx="3126510" cy="2426476"/>
          </a:xfrm>
          <a:custGeom>
            <a:avLst/>
            <a:gdLst/>
            <a:ahLst/>
            <a:cxnLst/>
            <a:rect l="l" t="t" r="r" b="b"/>
            <a:pathLst>
              <a:path w="3126510" h="2426476">
                <a:moveTo>
                  <a:pt x="0" y="0"/>
                </a:moveTo>
                <a:lnTo>
                  <a:pt x="3126510" y="830198"/>
                </a:lnTo>
                <a:lnTo>
                  <a:pt x="2702642" y="2426476"/>
                </a:lnTo>
                <a:lnTo>
                  <a:pt x="82091" y="2426476"/>
                </a:lnTo>
                <a:cubicBezTo>
                  <a:pt x="36754" y="2426475"/>
                  <a:pt x="1" y="2389722"/>
                  <a:pt x="1" y="2344385"/>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rot="20707748">
            <a:off x="7144098" y="2001564"/>
            <a:ext cx="2679455" cy="4946037"/>
          </a:xfrm>
          <a:custGeom>
            <a:avLst/>
            <a:gdLst/>
            <a:ahLst/>
            <a:cxnLst/>
            <a:rect l="l" t="t" r="r" b="b"/>
            <a:pathLst>
              <a:path w="2679455" h="4946037">
                <a:moveTo>
                  <a:pt x="2679455" y="0"/>
                </a:moveTo>
                <a:lnTo>
                  <a:pt x="1366108" y="4946037"/>
                </a:lnTo>
                <a:lnTo>
                  <a:pt x="0" y="4583288"/>
                </a:lnTo>
                <a:lnTo>
                  <a:pt x="0" y="82090"/>
                </a:lnTo>
                <a:cubicBezTo>
                  <a:pt x="0" y="36753"/>
                  <a:pt x="36753" y="0"/>
                  <a:pt x="82090" y="0"/>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rot="20707748">
            <a:off x="-205621" y="3323292"/>
            <a:ext cx="7378073" cy="4557796"/>
          </a:xfrm>
          <a:custGeom>
            <a:avLst/>
            <a:gdLst/>
            <a:ahLst/>
            <a:cxnLst/>
            <a:rect l="l" t="t" r="r" b="b"/>
            <a:pathLst>
              <a:path w="7378073" h="4557796">
                <a:moveTo>
                  <a:pt x="7327936" y="6451"/>
                </a:moveTo>
                <a:cubicBezTo>
                  <a:pt x="7357400" y="18913"/>
                  <a:pt x="7378073" y="48087"/>
                  <a:pt x="7378073" y="82090"/>
                </a:cubicBezTo>
                <a:lnTo>
                  <a:pt x="7378073" y="4557796"/>
                </a:lnTo>
                <a:lnTo>
                  <a:pt x="0" y="2598658"/>
                </a:lnTo>
                <a:lnTo>
                  <a:pt x="690034" y="0"/>
                </a:lnTo>
                <a:lnTo>
                  <a:pt x="7295983" y="0"/>
                </a:lnTo>
                <a:cubicBezTo>
                  <a:pt x="7307317" y="0"/>
                  <a:pt x="7318115" y="2297"/>
                  <a:pt x="7327936" y="645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900000">
            <a:off x="547834" y="3632676"/>
            <a:ext cx="5985159" cy="1606102"/>
          </a:xfrm>
        </p:spPr>
        <p:txBody>
          <a:bodyPr>
            <a:normAutofit/>
          </a:bodyPr>
          <a:lstStyle>
            <a:lvl1pPr>
              <a:lnSpc>
                <a:spcPts val="6000"/>
              </a:lnSpc>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rot="-900000">
            <a:off x="2201145" y="5027230"/>
            <a:ext cx="4655297" cy="1128495"/>
          </a:xfrm>
        </p:spPr>
        <p:txBody>
          <a:bodyPr>
            <a:normAutofit/>
          </a:bodyPr>
          <a:lstStyle>
            <a:lvl1pPr marL="0" indent="0" algn="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900000">
            <a:off x="6741465" y="2313285"/>
            <a:ext cx="1524000" cy="365125"/>
          </a:xfrm>
        </p:spPr>
        <p:txBody>
          <a:bodyPr/>
          <a:lstStyle>
            <a:lvl1pPr algn="l">
              <a:defRPr sz="1800">
                <a:solidFill>
                  <a:schemeClr val="tx1"/>
                </a:solidFill>
              </a:defRPr>
            </a:lvl1pPr>
          </a:lstStyle>
          <a:p>
            <a:fld id="{CBE1B94C-D0F9-43D6-9F7E-AF66DD3ED727}" type="datetimeFigureOut">
              <a:rPr lang="id-ID" smtClean="0"/>
              <a:t>01/08/2015</a:t>
            </a:fld>
            <a:endParaRPr lang="id-ID"/>
          </a:p>
        </p:txBody>
      </p:sp>
      <p:sp>
        <p:nvSpPr>
          <p:cNvPr id="5" name="Footer Placeholder 4"/>
          <p:cNvSpPr>
            <a:spLocks noGrp="1"/>
          </p:cNvSpPr>
          <p:nvPr>
            <p:ph type="ftr" sz="quarter" idx="11"/>
          </p:nvPr>
        </p:nvSpPr>
        <p:spPr>
          <a:xfrm rot="-900000">
            <a:off x="6551292" y="1528629"/>
            <a:ext cx="2465987" cy="365125"/>
          </a:xfrm>
        </p:spPr>
        <p:txBody>
          <a:bodyPr/>
          <a:lstStyle>
            <a:lvl1pPr>
              <a:defRPr>
                <a:solidFill>
                  <a:schemeClr val="tx1"/>
                </a:solidFill>
              </a:defRPr>
            </a:lvl1pPr>
          </a:lstStyle>
          <a:p>
            <a:endParaRPr lang="id-ID"/>
          </a:p>
        </p:txBody>
      </p:sp>
      <p:sp>
        <p:nvSpPr>
          <p:cNvPr id="6" name="Slide Number Placeholder 5"/>
          <p:cNvSpPr>
            <a:spLocks noGrp="1"/>
          </p:cNvSpPr>
          <p:nvPr>
            <p:ph type="sldNum" sz="quarter" idx="12"/>
          </p:nvPr>
        </p:nvSpPr>
        <p:spPr>
          <a:xfrm rot="-900000">
            <a:off x="6451719" y="1162062"/>
            <a:ext cx="2133600" cy="421038"/>
          </a:xfrm>
        </p:spPr>
        <p:txBody>
          <a:bodyPr anchor="ctr"/>
          <a:lstStyle>
            <a:lvl1pPr algn="l">
              <a:defRPr sz="2400">
                <a:solidFill>
                  <a:schemeClr val="tx1"/>
                </a:solidFil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ounded Rectangle 8"/>
          <p:cNvSpPr/>
          <p:nvPr/>
        </p:nvSpPr>
        <p:spPr>
          <a:xfrm rot="907748">
            <a:off x="-865440" y="850599"/>
            <a:ext cx="3615441" cy="6151724"/>
          </a:xfrm>
          <a:custGeom>
            <a:avLst/>
            <a:gdLst/>
            <a:ahLst/>
            <a:cxnLst/>
            <a:rect l="l" t="t" r="r" b="b"/>
            <a:pathLst>
              <a:path w="3615441" h="6151724">
                <a:moveTo>
                  <a:pt x="0" y="0"/>
                </a:moveTo>
                <a:lnTo>
                  <a:pt x="3533351" y="0"/>
                </a:lnTo>
                <a:cubicBezTo>
                  <a:pt x="3578688" y="0"/>
                  <a:pt x="3615441" y="36753"/>
                  <a:pt x="3615441" y="82090"/>
                </a:cubicBezTo>
                <a:lnTo>
                  <a:pt x="3615441" y="5623909"/>
                </a:lnTo>
                <a:lnTo>
                  <a:pt x="1663219" y="6151724"/>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rot="907748">
            <a:off x="17749" y="-511509"/>
            <a:ext cx="3735394" cy="1387781"/>
          </a:xfrm>
          <a:custGeom>
            <a:avLst/>
            <a:gdLst/>
            <a:ahLst/>
            <a:cxnLst/>
            <a:rect l="l" t="t" r="r" b="b"/>
            <a:pathLst>
              <a:path w="3735394" h="1387781">
                <a:moveTo>
                  <a:pt x="0" y="1009924"/>
                </a:moveTo>
                <a:lnTo>
                  <a:pt x="3735394" y="0"/>
                </a:lnTo>
                <a:lnTo>
                  <a:pt x="3735394" y="1305691"/>
                </a:lnTo>
                <a:cubicBezTo>
                  <a:pt x="3735394" y="1351028"/>
                  <a:pt x="3698641" y="1387781"/>
                  <a:pt x="3653304" y="1387781"/>
                </a:cubicBezTo>
                <a:lnTo>
                  <a:pt x="102160" y="1387781"/>
                </a:ln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rot="907748">
            <a:off x="2146801" y="6590199"/>
            <a:ext cx="1981025" cy="535602"/>
          </a:xfrm>
          <a:custGeom>
            <a:avLst/>
            <a:gdLst/>
            <a:ahLst/>
            <a:cxnLst/>
            <a:rect l="l" t="t" r="r" b="b"/>
            <a:pathLst>
              <a:path w="1981025" h="535602">
                <a:moveTo>
                  <a:pt x="50137" y="6451"/>
                </a:moveTo>
                <a:cubicBezTo>
                  <a:pt x="59958" y="2297"/>
                  <a:pt x="70756" y="0"/>
                  <a:pt x="82090" y="0"/>
                </a:cubicBezTo>
                <a:lnTo>
                  <a:pt x="1981025" y="0"/>
                </a:lnTo>
                <a:lnTo>
                  <a:pt x="0" y="535602"/>
                </a:lnTo>
                <a:lnTo>
                  <a:pt x="0" y="82090"/>
                </a:lnTo>
                <a:cubicBezTo>
                  <a:pt x="0" y="48087"/>
                  <a:pt x="20674" y="18913"/>
                  <a:pt x="50137" y="6451"/>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rot="907748">
            <a:off x="3185141" y="-553633"/>
            <a:ext cx="6782931" cy="7826540"/>
          </a:xfrm>
          <a:custGeom>
            <a:avLst/>
            <a:gdLst/>
            <a:ahLst/>
            <a:cxnLst/>
            <a:rect l="l" t="t" r="r" b="b"/>
            <a:pathLst>
              <a:path w="6782931" h="7826540">
                <a:moveTo>
                  <a:pt x="0" y="1349945"/>
                </a:moveTo>
                <a:lnTo>
                  <a:pt x="4993024" y="0"/>
                </a:lnTo>
                <a:lnTo>
                  <a:pt x="6782931" y="6620302"/>
                </a:lnTo>
                <a:lnTo>
                  <a:pt x="2321435" y="7826540"/>
                </a:lnTo>
                <a:lnTo>
                  <a:pt x="82090" y="7826540"/>
                </a:lnTo>
                <a:cubicBezTo>
                  <a:pt x="36753" y="7826540"/>
                  <a:pt x="0" y="7789787"/>
                  <a:pt x="0" y="7744450"/>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4500000">
            <a:off x="-633894" y="2921988"/>
            <a:ext cx="5064953" cy="1695631"/>
          </a:xfrm>
        </p:spPr>
        <p:txBody>
          <a:bodyPr/>
          <a:lstStyle/>
          <a:p>
            <a:r>
              <a:rPr lang="en-US" smtClean="0"/>
              <a:t>Click to edit Master title style</a:t>
            </a:r>
            <a:endParaRPr lang="en-US"/>
          </a:p>
        </p:txBody>
      </p:sp>
      <p:sp>
        <p:nvSpPr>
          <p:cNvPr id="3" name="Content Placeholder 2"/>
          <p:cNvSpPr>
            <a:spLocks noGrp="1"/>
          </p:cNvSpPr>
          <p:nvPr>
            <p:ph idx="1"/>
          </p:nvPr>
        </p:nvSpPr>
        <p:spPr>
          <a:xfrm rot="900000">
            <a:off x="3479028" y="959716"/>
            <a:ext cx="4658735" cy="5077623"/>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rot="900000">
            <a:off x="1690988" y="608314"/>
            <a:ext cx="1789355" cy="365125"/>
          </a:xfrm>
        </p:spPr>
        <p:txBody>
          <a:bodyPr/>
          <a:lstStyle/>
          <a:p>
            <a:fld id="{CBE1B94C-D0F9-43D6-9F7E-AF66DD3ED727}" type="datetimeFigureOut">
              <a:rPr lang="id-ID" smtClean="0"/>
              <a:t>01/08/2015</a:t>
            </a:fld>
            <a:endParaRPr lang="id-ID"/>
          </a:p>
        </p:txBody>
      </p:sp>
      <p:sp>
        <p:nvSpPr>
          <p:cNvPr id="5" name="Footer Placeholder 4"/>
          <p:cNvSpPr>
            <a:spLocks noGrp="1"/>
          </p:cNvSpPr>
          <p:nvPr>
            <p:ph type="ftr" sz="quarter" idx="11"/>
          </p:nvPr>
        </p:nvSpPr>
        <p:spPr>
          <a:xfrm rot="900000">
            <a:off x="3103620" y="6177546"/>
            <a:ext cx="2392237" cy="365125"/>
          </a:xfrm>
        </p:spPr>
        <p:txBody>
          <a:bodyPr/>
          <a:lstStyle/>
          <a:p>
            <a:endParaRPr lang="id-ID"/>
          </a:p>
        </p:txBody>
      </p:sp>
      <p:sp>
        <p:nvSpPr>
          <p:cNvPr id="6" name="Slide Number Placeholder 5"/>
          <p:cNvSpPr>
            <a:spLocks noGrp="1"/>
          </p:cNvSpPr>
          <p:nvPr>
            <p:ph type="sldNum" sz="quarter" idx="12"/>
          </p:nvPr>
        </p:nvSpPr>
        <p:spPr>
          <a:xfrm rot="900000">
            <a:off x="1265370" y="300797"/>
            <a:ext cx="2287319" cy="365125"/>
          </a:xfrm>
        </p:spPr>
        <p:txBody>
          <a:body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7" name="Rounded Rectangle 16"/>
          <p:cNvSpPr/>
          <p:nvPr/>
        </p:nvSpPr>
        <p:spPr>
          <a:xfrm rot="900000">
            <a:off x="-57216" y="-1017685"/>
            <a:ext cx="7411427" cy="3438177"/>
          </a:xfrm>
          <a:custGeom>
            <a:avLst/>
            <a:gdLst/>
            <a:ahLst/>
            <a:cxnLst/>
            <a:rect l="l" t="t" r="r" b="b"/>
            <a:pathLst>
              <a:path w="7411427" h="3438177">
                <a:moveTo>
                  <a:pt x="0" y="1985886"/>
                </a:moveTo>
                <a:lnTo>
                  <a:pt x="7411427" y="0"/>
                </a:lnTo>
                <a:lnTo>
                  <a:pt x="7411427" y="3356087"/>
                </a:lnTo>
                <a:cubicBezTo>
                  <a:pt x="7411427" y="3401424"/>
                  <a:pt x="7374674" y="3438177"/>
                  <a:pt x="7329337" y="3438177"/>
                </a:cubicBezTo>
                <a:lnTo>
                  <a:pt x="389140" y="3438177"/>
                </a:ln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rot="900000">
            <a:off x="-776641" y="2417820"/>
            <a:ext cx="6998365" cy="5080081"/>
          </a:xfrm>
          <a:custGeom>
            <a:avLst/>
            <a:gdLst/>
            <a:ahLst/>
            <a:cxnLst/>
            <a:rect l="l" t="t" r="r" b="b"/>
            <a:pathLst>
              <a:path w="6998365" h="5080081">
                <a:moveTo>
                  <a:pt x="0" y="0"/>
                </a:moveTo>
                <a:lnTo>
                  <a:pt x="6916275" y="0"/>
                </a:lnTo>
                <a:cubicBezTo>
                  <a:pt x="6961612" y="0"/>
                  <a:pt x="6998365" y="36753"/>
                  <a:pt x="6998365" y="82090"/>
                </a:cubicBezTo>
                <a:lnTo>
                  <a:pt x="6998365" y="3569608"/>
                </a:lnTo>
                <a:lnTo>
                  <a:pt x="1361203" y="5080081"/>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rot="900000">
            <a:off x="6338067" y="3775812"/>
            <a:ext cx="3102275" cy="3544033"/>
          </a:xfrm>
          <a:custGeom>
            <a:avLst/>
            <a:gdLst/>
            <a:ahLst/>
            <a:cxnLst/>
            <a:rect l="l" t="t" r="r" b="b"/>
            <a:pathLst>
              <a:path w="3102275" h="3544033">
                <a:moveTo>
                  <a:pt x="50137" y="6451"/>
                </a:moveTo>
                <a:cubicBezTo>
                  <a:pt x="59958" y="2297"/>
                  <a:pt x="70756" y="0"/>
                  <a:pt x="82090" y="0"/>
                </a:cubicBezTo>
                <a:lnTo>
                  <a:pt x="2375388" y="0"/>
                </a:lnTo>
                <a:lnTo>
                  <a:pt x="3102275" y="2712781"/>
                </a:lnTo>
                <a:lnTo>
                  <a:pt x="0" y="3544033"/>
                </a:lnTo>
                <a:lnTo>
                  <a:pt x="0" y="82090"/>
                </a:lnTo>
                <a:cubicBezTo>
                  <a:pt x="0" y="48087"/>
                  <a:pt x="20673" y="18913"/>
                  <a:pt x="50137" y="6451"/>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ounded Rectangle 19"/>
          <p:cNvSpPr/>
          <p:nvPr/>
        </p:nvSpPr>
        <p:spPr>
          <a:xfrm rot="900000">
            <a:off x="7327879" y="-104312"/>
            <a:ext cx="2350627" cy="3820866"/>
          </a:xfrm>
          <a:custGeom>
            <a:avLst/>
            <a:gdLst/>
            <a:ahLst/>
            <a:cxnLst/>
            <a:rect l="l" t="t" r="r" b="b"/>
            <a:pathLst>
              <a:path w="2350627" h="3820866">
                <a:moveTo>
                  <a:pt x="1" y="355523"/>
                </a:moveTo>
                <a:lnTo>
                  <a:pt x="1326829" y="0"/>
                </a:lnTo>
                <a:lnTo>
                  <a:pt x="2350627" y="3820866"/>
                </a:lnTo>
                <a:lnTo>
                  <a:pt x="82091" y="3820866"/>
                </a:lnTo>
                <a:cubicBezTo>
                  <a:pt x="36754" y="3820866"/>
                  <a:pt x="1" y="3784113"/>
                  <a:pt x="0" y="3738776"/>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900000">
            <a:off x="534986" y="2921829"/>
            <a:ext cx="5690855" cy="1570680"/>
          </a:xfrm>
        </p:spPr>
        <p:txBody>
          <a:bodyPr anchor="b">
            <a:noAutofit/>
          </a:bodyPr>
          <a:lstStyle>
            <a:lvl1pPr algn="r">
              <a:defRPr sz="48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rot="900000">
            <a:off x="537849" y="4494201"/>
            <a:ext cx="5271544" cy="1500187"/>
          </a:xfrm>
        </p:spPr>
        <p:txBody>
          <a:bodyPr anchor="t">
            <a:normAutofit/>
          </a:bodyPr>
          <a:lstStyle>
            <a:lvl1pPr marL="0" indent="0" algn="r">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rot="900000">
            <a:off x="6878368" y="3761385"/>
            <a:ext cx="1524000" cy="365125"/>
          </a:xfrm>
        </p:spPr>
        <p:txBody>
          <a:bodyPr/>
          <a:lstStyle>
            <a:lvl1pPr algn="l">
              <a:defRPr/>
            </a:lvl1pPr>
          </a:lstStyle>
          <a:p>
            <a:fld id="{CBE1B94C-D0F9-43D6-9F7E-AF66DD3ED727}" type="datetimeFigureOut">
              <a:rPr lang="id-ID" smtClean="0"/>
              <a:t>01/08/2015</a:t>
            </a:fld>
            <a:endParaRPr lang="id-ID"/>
          </a:p>
        </p:txBody>
      </p:sp>
      <p:sp>
        <p:nvSpPr>
          <p:cNvPr id="5" name="Footer Placeholder 4"/>
          <p:cNvSpPr>
            <a:spLocks noGrp="1"/>
          </p:cNvSpPr>
          <p:nvPr>
            <p:ph type="ftr" sz="quarter" idx="11"/>
          </p:nvPr>
        </p:nvSpPr>
        <p:spPr>
          <a:xfrm rot="900000">
            <a:off x="7056965" y="3170795"/>
            <a:ext cx="1926305" cy="365125"/>
          </a:xfrm>
        </p:spPr>
        <p:txBody>
          <a:bodyPr/>
          <a:lstStyle/>
          <a:p>
            <a:endParaRPr lang="id-ID"/>
          </a:p>
        </p:txBody>
      </p:sp>
      <p:sp>
        <p:nvSpPr>
          <p:cNvPr id="6" name="Slide Number Placeholder 5"/>
          <p:cNvSpPr>
            <a:spLocks noGrp="1"/>
          </p:cNvSpPr>
          <p:nvPr>
            <p:ph type="sldNum" sz="quarter" idx="12"/>
          </p:nvPr>
        </p:nvSpPr>
        <p:spPr>
          <a:xfrm rot="900000" flipH="1">
            <a:off x="7176363" y="2661157"/>
            <a:ext cx="683979" cy="365125"/>
          </a:xfrm>
        </p:spPr>
        <p:txBody>
          <a:bodyPr/>
          <a:lstStyle>
            <a:lvl1pPr algn="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7" name="Rounded Rectangle 16"/>
          <p:cNvSpPr/>
          <p:nvPr/>
        </p:nvSpPr>
        <p:spPr>
          <a:xfrm rot="20707748">
            <a:off x="-883225" y="-625990"/>
            <a:ext cx="7439907" cy="7344599"/>
          </a:xfrm>
          <a:custGeom>
            <a:avLst/>
            <a:gdLst/>
            <a:ahLst/>
            <a:cxnLst/>
            <a:rect l="l" t="t" r="r" b="b"/>
            <a:pathLst>
              <a:path w="7439907" h="7344599">
                <a:moveTo>
                  <a:pt x="1760047" y="0"/>
                </a:moveTo>
                <a:lnTo>
                  <a:pt x="7439906" y="1508202"/>
                </a:lnTo>
                <a:lnTo>
                  <a:pt x="7439907" y="7262509"/>
                </a:lnTo>
                <a:cubicBezTo>
                  <a:pt x="7439906" y="7307846"/>
                  <a:pt x="7403153" y="7344599"/>
                  <a:pt x="7357816" y="7344599"/>
                </a:cubicBezTo>
                <a:lnTo>
                  <a:pt x="2697558" y="7344599"/>
                </a:lnTo>
                <a:lnTo>
                  <a:pt x="0" y="6628303"/>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rot="20707748">
            <a:off x="3237537" y="6275496"/>
            <a:ext cx="4387395" cy="1165008"/>
          </a:xfrm>
          <a:custGeom>
            <a:avLst/>
            <a:gdLst/>
            <a:ahLst/>
            <a:cxnLst/>
            <a:rect l="l" t="t" r="r" b="b"/>
            <a:pathLst>
              <a:path w="4387395" h="1165008">
                <a:moveTo>
                  <a:pt x="4337258" y="6451"/>
                </a:moveTo>
                <a:cubicBezTo>
                  <a:pt x="4366722" y="18913"/>
                  <a:pt x="4387395" y="48087"/>
                  <a:pt x="4387395" y="82090"/>
                </a:cubicBezTo>
                <a:lnTo>
                  <a:pt x="4387395" y="1165008"/>
                </a:lnTo>
                <a:lnTo>
                  <a:pt x="0" y="0"/>
                </a:lnTo>
                <a:lnTo>
                  <a:pt x="4305305" y="0"/>
                </a:lnTo>
                <a:cubicBezTo>
                  <a:pt x="4316639" y="0"/>
                  <a:pt x="4327437" y="2297"/>
                  <a:pt x="4337258"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rot="20707748">
            <a:off x="7660698" y="5462349"/>
            <a:ext cx="1709024" cy="1536003"/>
          </a:xfrm>
          <a:custGeom>
            <a:avLst/>
            <a:gdLst/>
            <a:ahLst/>
            <a:cxnLst/>
            <a:rect l="l" t="t" r="r" b="b"/>
            <a:pathLst>
              <a:path w="1709024" h="1536003">
                <a:moveTo>
                  <a:pt x="1709024" y="0"/>
                </a:moveTo>
                <a:lnTo>
                  <a:pt x="1301161" y="1536003"/>
                </a:lnTo>
                <a:lnTo>
                  <a:pt x="0" y="1190500"/>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rot="20707748">
            <a:off x="6667944" y="-490547"/>
            <a:ext cx="3064333" cy="5811872"/>
          </a:xfrm>
          <a:custGeom>
            <a:avLst/>
            <a:gdLst/>
            <a:ahLst/>
            <a:cxnLst/>
            <a:rect l="l" t="t" r="r" b="b"/>
            <a:pathLst>
              <a:path w="3064333" h="5811872">
                <a:moveTo>
                  <a:pt x="0" y="0"/>
                </a:moveTo>
                <a:lnTo>
                  <a:pt x="3064333" y="813688"/>
                </a:lnTo>
                <a:lnTo>
                  <a:pt x="1737140" y="5811872"/>
                </a:lnTo>
                <a:lnTo>
                  <a:pt x="82090" y="5811872"/>
                </a:lnTo>
                <a:cubicBezTo>
                  <a:pt x="36753" y="5811872"/>
                  <a:pt x="0" y="5775119"/>
                  <a:pt x="0" y="5729782"/>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4500000">
            <a:off x="5171893" y="2231024"/>
            <a:ext cx="4820301" cy="1436159"/>
          </a:xfrm>
        </p:spPr>
        <p:txBody>
          <a:bodyPr/>
          <a:lstStyle/>
          <a:p>
            <a:r>
              <a:rPr lang="en-US" smtClean="0"/>
              <a:t>Click to edit Master title style</a:t>
            </a:r>
            <a:endParaRPr lang="en-US"/>
          </a:p>
        </p:txBody>
      </p:sp>
      <p:sp>
        <p:nvSpPr>
          <p:cNvPr id="3" name="Content Placeholder 2"/>
          <p:cNvSpPr>
            <a:spLocks noGrp="1"/>
          </p:cNvSpPr>
          <p:nvPr>
            <p:ph sz="half" idx="1"/>
          </p:nvPr>
        </p:nvSpPr>
        <p:spPr>
          <a:xfrm rot="-900000">
            <a:off x="1014439" y="1335061"/>
            <a:ext cx="2578608" cy="48398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rot="-900000">
            <a:off x="3701032" y="618005"/>
            <a:ext cx="2580010" cy="4837176"/>
          </a:xfrm>
        </p:spPr>
        <p:txBody>
          <a:bodyPr anchor="t"/>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rot="-900000">
            <a:off x="7755919" y="5887412"/>
            <a:ext cx="1241980" cy="365125"/>
          </a:xfrm>
        </p:spPr>
        <p:txBody>
          <a:bodyPr/>
          <a:lstStyle>
            <a:lvl1pPr algn="l">
              <a:defRPr/>
            </a:lvl1pPr>
          </a:lstStyle>
          <a:p>
            <a:fld id="{CBE1B94C-D0F9-43D6-9F7E-AF66DD3ED727}" type="datetimeFigureOut">
              <a:rPr lang="id-ID" smtClean="0"/>
              <a:t>01/08/2015</a:t>
            </a:fld>
            <a:endParaRPr lang="id-ID"/>
          </a:p>
        </p:txBody>
      </p:sp>
      <p:sp>
        <p:nvSpPr>
          <p:cNvPr id="6" name="Footer Placeholder 5"/>
          <p:cNvSpPr>
            <a:spLocks noGrp="1"/>
          </p:cNvSpPr>
          <p:nvPr>
            <p:ph type="ftr" sz="quarter" idx="11"/>
          </p:nvPr>
        </p:nvSpPr>
        <p:spPr>
          <a:xfrm rot="-900000">
            <a:off x="4054658" y="5494374"/>
            <a:ext cx="3124200" cy="365125"/>
          </a:xfrm>
        </p:spPr>
        <p:txBody>
          <a:bodyPr/>
          <a:lstStyle>
            <a:lvl1pPr algn="r">
              <a:defRPr/>
            </a:lvl1pPr>
          </a:lstStyle>
          <a:p>
            <a:endParaRPr lang="id-ID"/>
          </a:p>
        </p:txBody>
      </p:sp>
      <p:sp>
        <p:nvSpPr>
          <p:cNvPr id="7" name="Slide Number Placeholder 6"/>
          <p:cNvSpPr>
            <a:spLocks noGrp="1"/>
          </p:cNvSpPr>
          <p:nvPr>
            <p:ph type="sldNum" sz="quarter" idx="12"/>
          </p:nvPr>
        </p:nvSpPr>
        <p:spPr>
          <a:xfrm rot="-900000">
            <a:off x="7690164" y="5643110"/>
            <a:ext cx="1241693" cy="365125"/>
          </a:xfrm>
        </p:spPr>
        <p:txBody>
          <a:bodyPr/>
          <a:lstStyle>
            <a:lvl1pPr algn="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53" name="Rounded Rectangle 52"/>
          <p:cNvSpPr/>
          <p:nvPr/>
        </p:nvSpPr>
        <p:spPr>
          <a:xfrm rot="20707748">
            <a:off x="-883225" y="-625990"/>
            <a:ext cx="7439907" cy="7344599"/>
          </a:xfrm>
          <a:custGeom>
            <a:avLst/>
            <a:gdLst/>
            <a:ahLst/>
            <a:cxnLst/>
            <a:rect l="l" t="t" r="r" b="b"/>
            <a:pathLst>
              <a:path w="7439907" h="7344599">
                <a:moveTo>
                  <a:pt x="1760047" y="0"/>
                </a:moveTo>
                <a:lnTo>
                  <a:pt x="7439906" y="1508202"/>
                </a:lnTo>
                <a:lnTo>
                  <a:pt x="7439907" y="7262509"/>
                </a:lnTo>
                <a:cubicBezTo>
                  <a:pt x="7439906" y="7307846"/>
                  <a:pt x="7403153" y="7344599"/>
                  <a:pt x="7357816" y="7344599"/>
                </a:cubicBezTo>
                <a:lnTo>
                  <a:pt x="2697558" y="7344599"/>
                </a:lnTo>
                <a:lnTo>
                  <a:pt x="0" y="6628303"/>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p:cNvSpPr/>
          <p:nvPr/>
        </p:nvSpPr>
        <p:spPr>
          <a:xfrm rot="20707748">
            <a:off x="3237537" y="6275496"/>
            <a:ext cx="4387395" cy="1165008"/>
          </a:xfrm>
          <a:custGeom>
            <a:avLst/>
            <a:gdLst/>
            <a:ahLst/>
            <a:cxnLst/>
            <a:rect l="l" t="t" r="r" b="b"/>
            <a:pathLst>
              <a:path w="4387395" h="1165008">
                <a:moveTo>
                  <a:pt x="4337258" y="6451"/>
                </a:moveTo>
                <a:cubicBezTo>
                  <a:pt x="4366722" y="18913"/>
                  <a:pt x="4387395" y="48087"/>
                  <a:pt x="4387395" y="82090"/>
                </a:cubicBezTo>
                <a:lnTo>
                  <a:pt x="4387395" y="1165008"/>
                </a:lnTo>
                <a:lnTo>
                  <a:pt x="0" y="0"/>
                </a:lnTo>
                <a:lnTo>
                  <a:pt x="4305305" y="0"/>
                </a:lnTo>
                <a:cubicBezTo>
                  <a:pt x="4316639" y="0"/>
                  <a:pt x="4327437" y="2297"/>
                  <a:pt x="4337258"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p:cNvSpPr/>
          <p:nvPr/>
        </p:nvSpPr>
        <p:spPr>
          <a:xfrm rot="20707748">
            <a:off x="7660698" y="5462349"/>
            <a:ext cx="1709024" cy="1536003"/>
          </a:xfrm>
          <a:custGeom>
            <a:avLst/>
            <a:gdLst/>
            <a:ahLst/>
            <a:cxnLst/>
            <a:rect l="l" t="t" r="r" b="b"/>
            <a:pathLst>
              <a:path w="1709024" h="1536003">
                <a:moveTo>
                  <a:pt x="1709024" y="0"/>
                </a:moveTo>
                <a:lnTo>
                  <a:pt x="1301161" y="1536003"/>
                </a:lnTo>
                <a:lnTo>
                  <a:pt x="0" y="1190500"/>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p:cNvSpPr/>
          <p:nvPr/>
        </p:nvSpPr>
        <p:spPr>
          <a:xfrm rot="20707748">
            <a:off x="6667944" y="-490547"/>
            <a:ext cx="3064333" cy="5811872"/>
          </a:xfrm>
          <a:custGeom>
            <a:avLst/>
            <a:gdLst/>
            <a:ahLst/>
            <a:cxnLst/>
            <a:rect l="l" t="t" r="r" b="b"/>
            <a:pathLst>
              <a:path w="3064333" h="5811872">
                <a:moveTo>
                  <a:pt x="0" y="0"/>
                </a:moveTo>
                <a:lnTo>
                  <a:pt x="3064333" y="813688"/>
                </a:lnTo>
                <a:lnTo>
                  <a:pt x="1737140" y="5811872"/>
                </a:lnTo>
                <a:lnTo>
                  <a:pt x="82090" y="5811872"/>
                </a:lnTo>
                <a:cubicBezTo>
                  <a:pt x="36753" y="5811872"/>
                  <a:pt x="0" y="5775119"/>
                  <a:pt x="0" y="5729782"/>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4500000">
            <a:off x="5175504" y="2231136"/>
            <a:ext cx="4818888" cy="1435608"/>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rot="-900000">
            <a:off x="854761" y="1406870"/>
            <a:ext cx="2213148" cy="759866"/>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rot="-900000">
            <a:off x="1120518" y="2227895"/>
            <a:ext cx="2578608" cy="3938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rot="-900000">
            <a:off x="3535709" y="687503"/>
            <a:ext cx="2214753" cy="753043"/>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rot="-900000">
            <a:off x="3808498" y="1495882"/>
            <a:ext cx="2578608" cy="39559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a:xfrm rot="-900000">
            <a:off x="7754112" y="5888736"/>
            <a:ext cx="1243584" cy="365125"/>
          </a:xfrm>
        </p:spPr>
        <p:txBody>
          <a:bodyPr/>
          <a:lstStyle>
            <a:lvl1pPr algn="l">
              <a:defRPr/>
            </a:lvl1pPr>
          </a:lstStyle>
          <a:p>
            <a:fld id="{CBE1B94C-D0F9-43D6-9F7E-AF66DD3ED727}" type="datetimeFigureOut">
              <a:rPr lang="id-ID" smtClean="0"/>
              <a:t>01/08/2015</a:t>
            </a:fld>
            <a:endParaRPr lang="id-ID"/>
          </a:p>
        </p:txBody>
      </p:sp>
      <p:sp>
        <p:nvSpPr>
          <p:cNvPr id="8" name="Footer Placeholder 7"/>
          <p:cNvSpPr>
            <a:spLocks noGrp="1"/>
          </p:cNvSpPr>
          <p:nvPr>
            <p:ph type="ftr" sz="quarter" idx="11"/>
          </p:nvPr>
        </p:nvSpPr>
        <p:spPr>
          <a:xfrm rot="-900000">
            <a:off x="4050792" y="5495544"/>
            <a:ext cx="3124200" cy="365125"/>
          </a:xfrm>
        </p:spPr>
        <p:txBody>
          <a:bodyPr/>
          <a:lstStyle>
            <a:lvl1pPr algn="r">
              <a:defRPr/>
            </a:lvl1pPr>
          </a:lstStyle>
          <a:p>
            <a:endParaRPr lang="id-ID"/>
          </a:p>
        </p:txBody>
      </p:sp>
      <p:sp>
        <p:nvSpPr>
          <p:cNvPr id="9" name="Slide Number Placeholder 8"/>
          <p:cNvSpPr>
            <a:spLocks noGrp="1"/>
          </p:cNvSpPr>
          <p:nvPr>
            <p:ph type="sldNum" sz="quarter" idx="12"/>
          </p:nvPr>
        </p:nvSpPr>
        <p:spPr>
          <a:xfrm rot="-900000">
            <a:off x="7690104" y="5641848"/>
            <a:ext cx="1243584" cy="365125"/>
          </a:xfrm>
        </p:spPr>
        <p:txBody>
          <a:bodyPr/>
          <a:lstStyle>
            <a:lvl1pPr algn="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 name="Rounded Rectangle 20"/>
          <p:cNvSpPr/>
          <p:nvPr/>
        </p:nvSpPr>
        <p:spPr>
          <a:xfrm rot="907748">
            <a:off x="-865440" y="850599"/>
            <a:ext cx="3615441" cy="6151724"/>
          </a:xfrm>
          <a:custGeom>
            <a:avLst/>
            <a:gdLst/>
            <a:ahLst/>
            <a:cxnLst/>
            <a:rect l="l" t="t" r="r" b="b"/>
            <a:pathLst>
              <a:path w="3615441" h="6151724">
                <a:moveTo>
                  <a:pt x="0" y="0"/>
                </a:moveTo>
                <a:lnTo>
                  <a:pt x="3533351" y="0"/>
                </a:lnTo>
                <a:cubicBezTo>
                  <a:pt x="3578688" y="0"/>
                  <a:pt x="3615441" y="36753"/>
                  <a:pt x="3615441" y="82090"/>
                </a:cubicBezTo>
                <a:lnTo>
                  <a:pt x="3615441" y="5623909"/>
                </a:lnTo>
                <a:lnTo>
                  <a:pt x="1663219" y="6151724"/>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rot="907748">
            <a:off x="17749" y="-511509"/>
            <a:ext cx="3735394" cy="1387781"/>
          </a:xfrm>
          <a:custGeom>
            <a:avLst/>
            <a:gdLst/>
            <a:ahLst/>
            <a:cxnLst/>
            <a:rect l="l" t="t" r="r" b="b"/>
            <a:pathLst>
              <a:path w="3735394" h="1387781">
                <a:moveTo>
                  <a:pt x="0" y="1009924"/>
                </a:moveTo>
                <a:lnTo>
                  <a:pt x="3735394" y="0"/>
                </a:lnTo>
                <a:lnTo>
                  <a:pt x="3735394" y="1305691"/>
                </a:lnTo>
                <a:cubicBezTo>
                  <a:pt x="3735394" y="1351028"/>
                  <a:pt x="3698641" y="1387781"/>
                  <a:pt x="3653304" y="1387781"/>
                </a:cubicBezTo>
                <a:lnTo>
                  <a:pt x="102160" y="1387781"/>
                </a:ln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rot="907748">
            <a:off x="2146801" y="6590199"/>
            <a:ext cx="1981025" cy="535602"/>
          </a:xfrm>
          <a:custGeom>
            <a:avLst/>
            <a:gdLst/>
            <a:ahLst/>
            <a:cxnLst/>
            <a:rect l="l" t="t" r="r" b="b"/>
            <a:pathLst>
              <a:path w="1981025" h="535602">
                <a:moveTo>
                  <a:pt x="50137" y="6451"/>
                </a:moveTo>
                <a:cubicBezTo>
                  <a:pt x="59958" y="2297"/>
                  <a:pt x="70756" y="0"/>
                  <a:pt x="82090" y="0"/>
                </a:cubicBezTo>
                <a:lnTo>
                  <a:pt x="1981025" y="0"/>
                </a:lnTo>
                <a:lnTo>
                  <a:pt x="0" y="535602"/>
                </a:lnTo>
                <a:lnTo>
                  <a:pt x="0" y="82090"/>
                </a:lnTo>
                <a:cubicBezTo>
                  <a:pt x="0" y="48087"/>
                  <a:pt x="20674" y="18913"/>
                  <a:pt x="50137" y="6451"/>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rot="907748">
            <a:off x="3185141" y="-553633"/>
            <a:ext cx="6782931" cy="7826540"/>
          </a:xfrm>
          <a:custGeom>
            <a:avLst/>
            <a:gdLst/>
            <a:ahLst/>
            <a:cxnLst/>
            <a:rect l="l" t="t" r="r" b="b"/>
            <a:pathLst>
              <a:path w="6782931" h="7826540">
                <a:moveTo>
                  <a:pt x="0" y="1349945"/>
                </a:moveTo>
                <a:lnTo>
                  <a:pt x="4993024" y="0"/>
                </a:lnTo>
                <a:lnTo>
                  <a:pt x="6782931" y="6620302"/>
                </a:lnTo>
                <a:lnTo>
                  <a:pt x="2321435" y="7826540"/>
                </a:lnTo>
                <a:lnTo>
                  <a:pt x="82090" y="7826540"/>
                </a:lnTo>
                <a:cubicBezTo>
                  <a:pt x="36753" y="7826540"/>
                  <a:pt x="0" y="7789787"/>
                  <a:pt x="0" y="7744450"/>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4500000">
            <a:off x="-630936" y="2926080"/>
            <a:ext cx="5065776" cy="169164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rot="900000">
            <a:off x="1691640" y="612648"/>
            <a:ext cx="1792224" cy="365125"/>
          </a:xfrm>
        </p:spPr>
        <p:txBody>
          <a:bodyPr/>
          <a:lstStyle/>
          <a:p>
            <a:fld id="{CBE1B94C-D0F9-43D6-9F7E-AF66DD3ED727}" type="datetimeFigureOut">
              <a:rPr lang="id-ID" smtClean="0"/>
              <a:t>01/08/2015</a:t>
            </a:fld>
            <a:endParaRPr lang="id-ID"/>
          </a:p>
        </p:txBody>
      </p:sp>
      <p:sp>
        <p:nvSpPr>
          <p:cNvPr id="4" name="Footer Placeholder 3"/>
          <p:cNvSpPr>
            <a:spLocks noGrp="1"/>
          </p:cNvSpPr>
          <p:nvPr>
            <p:ph type="ftr" sz="quarter" idx="11"/>
          </p:nvPr>
        </p:nvSpPr>
        <p:spPr>
          <a:xfrm rot="900000">
            <a:off x="2493721" y="6101033"/>
            <a:ext cx="3052113" cy="365125"/>
          </a:xfrm>
        </p:spPr>
        <p:txBody>
          <a:bodyPr/>
          <a:lstStyle/>
          <a:p>
            <a:endParaRPr lang="id-ID"/>
          </a:p>
        </p:txBody>
      </p:sp>
      <p:sp>
        <p:nvSpPr>
          <p:cNvPr id="5" name="Slide Number Placeholder 4"/>
          <p:cNvSpPr>
            <a:spLocks noGrp="1"/>
          </p:cNvSpPr>
          <p:nvPr>
            <p:ph type="sldNum" sz="quarter" idx="12"/>
          </p:nvPr>
        </p:nvSpPr>
        <p:spPr>
          <a:xfrm rot="900000">
            <a:off x="1261872" y="301752"/>
            <a:ext cx="2286000" cy="365125"/>
          </a:xfrm>
        </p:spPr>
        <p:txBody>
          <a:body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ounded Rectangle 11"/>
          <p:cNvSpPr/>
          <p:nvPr/>
        </p:nvSpPr>
        <p:spPr>
          <a:xfrm rot="900000">
            <a:off x="-372248" y="-1218153"/>
            <a:ext cx="8577953" cy="6344114"/>
          </a:xfrm>
          <a:custGeom>
            <a:avLst/>
            <a:gdLst/>
            <a:ahLst/>
            <a:cxnLst/>
            <a:rect l="l" t="t" r="r" b="b"/>
            <a:pathLst>
              <a:path w="8577953" h="6344114">
                <a:moveTo>
                  <a:pt x="0" y="2298455"/>
                </a:moveTo>
                <a:lnTo>
                  <a:pt x="8577953" y="0"/>
                </a:lnTo>
                <a:lnTo>
                  <a:pt x="8577953" y="6262024"/>
                </a:lnTo>
                <a:cubicBezTo>
                  <a:pt x="8577953" y="6307361"/>
                  <a:pt x="8541200" y="6344113"/>
                  <a:pt x="8495863" y="6344113"/>
                </a:cubicBezTo>
                <a:lnTo>
                  <a:pt x="1084031" y="6344114"/>
                </a:ln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rot="900000">
            <a:off x="-449071" y="5207889"/>
            <a:ext cx="7470000" cy="2486713"/>
          </a:xfrm>
          <a:custGeom>
            <a:avLst/>
            <a:gdLst/>
            <a:ahLst/>
            <a:cxnLst/>
            <a:rect l="l" t="t" r="r" b="b"/>
            <a:pathLst>
              <a:path w="7470000" h="2486713">
                <a:moveTo>
                  <a:pt x="0" y="0"/>
                </a:moveTo>
                <a:lnTo>
                  <a:pt x="7387910" y="0"/>
                </a:lnTo>
                <a:cubicBezTo>
                  <a:pt x="7433247" y="0"/>
                  <a:pt x="7470000" y="36753"/>
                  <a:pt x="7470000" y="82090"/>
                </a:cubicBezTo>
                <a:lnTo>
                  <a:pt x="7470000" y="663670"/>
                </a:lnTo>
                <a:lnTo>
                  <a:pt x="666313" y="2486713"/>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rot="900000">
            <a:off x="7192310" y="6483326"/>
            <a:ext cx="1932834" cy="635630"/>
          </a:xfrm>
          <a:custGeom>
            <a:avLst/>
            <a:gdLst/>
            <a:ahLst/>
            <a:cxnLst/>
            <a:rect l="l" t="t" r="r" b="b"/>
            <a:pathLst>
              <a:path w="1932834" h="635630">
                <a:moveTo>
                  <a:pt x="50137" y="6451"/>
                </a:moveTo>
                <a:cubicBezTo>
                  <a:pt x="59958" y="2297"/>
                  <a:pt x="70756" y="0"/>
                  <a:pt x="82090" y="0"/>
                </a:cubicBezTo>
                <a:lnTo>
                  <a:pt x="1901288" y="0"/>
                </a:lnTo>
                <a:lnTo>
                  <a:pt x="1932834" y="117729"/>
                </a:lnTo>
                <a:lnTo>
                  <a:pt x="0" y="635630"/>
                </a:lnTo>
                <a:lnTo>
                  <a:pt x="0" y="82090"/>
                </a:lnTo>
                <a:cubicBezTo>
                  <a:pt x="0" y="48087"/>
                  <a:pt x="20673" y="18913"/>
                  <a:pt x="50137" y="6451"/>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ounded Rectangle 14"/>
          <p:cNvSpPr/>
          <p:nvPr/>
        </p:nvSpPr>
        <p:spPr>
          <a:xfrm rot="900000">
            <a:off x="8127084" y="92392"/>
            <a:ext cx="1878991" cy="6414233"/>
          </a:xfrm>
          <a:custGeom>
            <a:avLst/>
            <a:gdLst/>
            <a:ahLst/>
            <a:cxnLst/>
            <a:rect l="l" t="t" r="r" b="b"/>
            <a:pathLst>
              <a:path w="1878991" h="6414233">
                <a:moveTo>
                  <a:pt x="0" y="42953"/>
                </a:moveTo>
                <a:lnTo>
                  <a:pt x="160303" y="0"/>
                </a:lnTo>
                <a:lnTo>
                  <a:pt x="1878991" y="6414233"/>
                </a:lnTo>
                <a:lnTo>
                  <a:pt x="82090" y="6414233"/>
                </a:lnTo>
                <a:cubicBezTo>
                  <a:pt x="36753" y="6414233"/>
                  <a:pt x="0" y="6377480"/>
                  <a:pt x="0" y="6332143"/>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a:xfrm rot="900000">
            <a:off x="7521938" y="5927116"/>
            <a:ext cx="1524000" cy="365125"/>
          </a:xfrm>
        </p:spPr>
        <p:txBody>
          <a:bodyPr/>
          <a:lstStyle>
            <a:lvl1pPr algn="l">
              <a:defRPr/>
            </a:lvl1pPr>
          </a:lstStyle>
          <a:p>
            <a:fld id="{CBE1B94C-D0F9-43D6-9F7E-AF66DD3ED727}" type="datetimeFigureOut">
              <a:rPr lang="id-ID" smtClean="0"/>
              <a:t>01/08/2015</a:t>
            </a:fld>
            <a:endParaRPr lang="id-ID"/>
          </a:p>
        </p:txBody>
      </p:sp>
      <p:sp>
        <p:nvSpPr>
          <p:cNvPr id="3" name="Footer Placeholder 2"/>
          <p:cNvSpPr>
            <a:spLocks noGrp="1"/>
          </p:cNvSpPr>
          <p:nvPr>
            <p:ph type="ftr" sz="quarter" idx="11"/>
          </p:nvPr>
        </p:nvSpPr>
        <p:spPr>
          <a:xfrm rot="900000">
            <a:off x="3892286" y="5987296"/>
            <a:ext cx="3124200" cy="295162"/>
          </a:xfrm>
        </p:spPr>
        <p:txBody>
          <a:bodyPr/>
          <a:lstStyle>
            <a:lvl1pPr algn="r">
              <a:defRPr/>
            </a:lvl1pPr>
          </a:lstStyle>
          <a:p>
            <a:endParaRPr lang="id-ID"/>
          </a:p>
        </p:txBody>
      </p:sp>
      <p:sp>
        <p:nvSpPr>
          <p:cNvPr id="4" name="Slide Number Placeholder 3"/>
          <p:cNvSpPr>
            <a:spLocks noGrp="1"/>
          </p:cNvSpPr>
          <p:nvPr>
            <p:ph type="sldNum" sz="quarter" idx="12"/>
          </p:nvPr>
        </p:nvSpPr>
        <p:spPr>
          <a:xfrm rot="900000">
            <a:off x="7599046" y="5570110"/>
            <a:ext cx="716206" cy="365125"/>
          </a:xfrm>
        </p:spPr>
        <p:txBody>
          <a:bodyPr/>
          <a:lstStyle>
            <a:lvl1pPr algn="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3" name="Rounded Rectangle 12"/>
          <p:cNvSpPr/>
          <p:nvPr/>
        </p:nvSpPr>
        <p:spPr>
          <a:xfrm rot="20707748">
            <a:off x="-897260" y="-624538"/>
            <a:ext cx="7286946" cy="6041338"/>
          </a:xfrm>
          <a:custGeom>
            <a:avLst/>
            <a:gdLst/>
            <a:ahLst/>
            <a:cxnLst/>
            <a:rect l="l" t="t" r="r" b="b"/>
            <a:pathLst>
              <a:path w="7286946" h="6041338">
                <a:moveTo>
                  <a:pt x="1604186" y="0"/>
                </a:moveTo>
                <a:lnTo>
                  <a:pt x="7286946" y="1508972"/>
                </a:lnTo>
                <a:lnTo>
                  <a:pt x="7286946" y="5959247"/>
                </a:lnTo>
                <a:cubicBezTo>
                  <a:pt x="7286946" y="6004584"/>
                  <a:pt x="7250193" y="6041337"/>
                  <a:pt x="7204856" y="6041337"/>
                </a:cubicBezTo>
                <a:lnTo>
                  <a:pt x="0" y="6041338"/>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rot="20707748">
            <a:off x="64806" y="5378153"/>
            <a:ext cx="7443151" cy="2476431"/>
          </a:xfrm>
          <a:custGeom>
            <a:avLst/>
            <a:gdLst/>
            <a:ahLst/>
            <a:cxnLst/>
            <a:rect l="l" t="t" r="r" b="b"/>
            <a:pathLst>
              <a:path w="7443151" h="2476431">
                <a:moveTo>
                  <a:pt x="7393013" y="6452"/>
                </a:moveTo>
                <a:cubicBezTo>
                  <a:pt x="7422477" y="18914"/>
                  <a:pt x="7443150" y="48087"/>
                  <a:pt x="7443150" y="82090"/>
                </a:cubicBezTo>
                <a:lnTo>
                  <a:pt x="7443151" y="2476431"/>
                </a:lnTo>
                <a:lnTo>
                  <a:pt x="0" y="500014"/>
                </a:lnTo>
                <a:lnTo>
                  <a:pt x="132771" y="1"/>
                </a:lnTo>
                <a:lnTo>
                  <a:pt x="7361060" y="1"/>
                </a:lnTo>
                <a:cubicBezTo>
                  <a:pt x="7372394" y="0"/>
                  <a:pt x="7383192" y="2298"/>
                  <a:pt x="7393013" y="6452"/>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rot="20707748">
            <a:off x="7660994" y="5459931"/>
            <a:ext cx="1709023" cy="1538302"/>
          </a:xfrm>
          <a:custGeom>
            <a:avLst/>
            <a:gdLst/>
            <a:ahLst/>
            <a:cxnLst/>
            <a:rect l="l" t="t" r="r" b="b"/>
            <a:pathLst>
              <a:path w="1709023" h="1538302">
                <a:moveTo>
                  <a:pt x="1709023" y="0"/>
                </a:moveTo>
                <a:lnTo>
                  <a:pt x="1300550" y="1538302"/>
                </a:lnTo>
                <a:lnTo>
                  <a:pt x="0" y="1192960"/>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rot="20707748">
            <a:off x="6673110" y="-489836"/>
            <a:ext cx="3059119" cy="5809409"/>
          </a:xfrm>
          <a:custGeom>
            <a:avLst/>
            <a:gdLst/>
            <a:ahLst/>
            <a:cxnLst/>
            <a:rect l="l" t="t" r="r" b="b"/>
            <a:pathLst>
              <a:path w="3059119" h="5809409">
                <a:moveTo>
                  <a:pt x="0" y="0"/>
                </a:moveTo>
                <a:lnTo>
                  <a:pt x="3059119" y="812303"/>
                </a:lnTo>
                <a:lnTo>
                  <a:pt x="1732212" y="5809409"/>
                </a:lnTo>
                <a:lnTo>
                  <a:pt x="82090" y="5809409"/>
                </a:lnTo>
                <a:cubicBezTo>
                  <a:pt x="36753" y="5809409"/>
                  <a:pt x="0" y="5772656"/>
                  <a:pt x="0" y="5727319"/>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4500000">
            <a:off x="5175504" y="2231136"/>
            <a:ext cx="4818888" cy="1435608"/>
          </a:xfrm>
        </p:spPr>
        <p:txBody>
          <a:bodyPr anchor="b"/>
          <a:lstStyle>
            <a:lvl1pPr algn="r">
              <a:defRPr sz="4400" b="0"/>
            </a:lvl1pPr>
          </a:lstStyle>
          <a:p>
            <a:r>
              <a:rPr lang="en-US" smtClean="0"/>
              <a:t>Click to edit Master title style</a:t>
            </a:r>
            <a:endParaRPr lang="en-US" dirty="0"/>
          </a:p>
        </p:txBody>
      </p:sp>
      <p:sp>
        <p:nvSpPr>
          <p:cNvPr id="3" name="Content Placeholder 2"/>
          <p:cNvSpPr>
            <a:spLocks noGrp="1"/>
          </p:cNvSpPr>
          <p:nvPr>
            <p:ph idx="1"/>
          </p:nvPr>
        </p:nvSpPr>
        <p:spPr>
          <a:xfrm rot="-900000">
            <a:off x="844848" y="997933"/>
            <a:ext cx="5343100" cy="3888220"/>
          </a:xfrm>
        </p:spPr>
        <p:txBody>
          <a:bodyPr anchor="b"/>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900000">
            <a:off x="3216573" y="5144589"/>
            <a:ext cx="3930375" cy="988131"/>
          </a:xfrm>
        </p:spPr>
        <p:txBody>
          <a:bodyPr>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900000">
            <a:off x="7754112" y="5888736"/>
            <a:ext cx="1243584" cy="365125"/>
          </a:xfrm>
        </p:spPr>
        <p:txBody>
          <a:bodyPr/>
          <a:lstStyle>
            <a:lvl1pPr algn="l">
              <a:defRPr/>
            </a:lvl1pPr>
          </a:lstStyle>
          <a:p>
            <a:fld id="{CBE1B94C-D0F9-43D6-9F7E-AF66DD3ED727}" type="datetimeFigureOut">
              <a:rPr lang="id-ID" smtClean="0"/>
              <a:t>01/08/2015</a:t>
            </a:fld>
            <a:endParaRPr lang="id-ID"/>
          </a:p>
        </p:txBody>
      </p:sp>
      <p:sp>
        <p:nvSpPr>
          <p:cNvPr id="6" name="Footer Placeholder 5"/>
          <p:cNvSpPr>
            <a:spLocks noGrp="1"/>
          </p:cNvSpPr>
          <p:nvPr>
            <p:ph type="ftr" sz="quarter" idx="11"/>
          </p:nvPr>
        </p:nvSpPr>
        <p:spPr>
          <a:xfrm rot="-900000">
            <a:off x="4263966" y="6099104"/>
            <a:ext cx="3063047" cy="365125"/>
          </a:xfrm>
        </p:spPr>
        <p:txBody>
          <a:bodyPr/>
          <a:lstStyle>
            <a:lvl1pPr algn="r">
              <a:defRPr/>
            </a:lvl1pPr>
          </a:lstStyle>
          <a:p>
            <a:endParaRPr lang="id-ID"/>
          </a:p>
        </p:txBody>
      </p:sp>
      <p:sp>
        <p:nvSpPr>
          <p:cNvPr id="7" name="Slide Number Placeholder 6"/>
          <p:cNvSpPr>
            <a:spLocks noGrp="1"/>
          </p:cNvSpPr>
          <p:nvPr>
            <p:ph type="sldNum" sz="quarter" idx="12"/>
          </p:nvPr>
        </p:nvSpPr>
        <p:spPr>
          <a:xfrm rot="-900000">
            <a:off x="7690104" y="5641848"/>
            <a:ext cx="1243584" cy="365125"/>
          </a:xfrm>
        </p:spPr>
        <p:txBody>
          <a:bodyPr/>
          <a:lstStyle>
            <a:lvl1pPr algn="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rot="900000">
            <a:off x="-533701" y="-979752"/>
            <a:ext cx="6672870" cy="6821601"/>
          </a:xfrm>
          <a:custGeom>
            <a:avLst/>
            <a:gdLst/>
            <a:ahLst/>
            <a:cxnLst/>
            <a:rect l="l" t="t" r="r" b="b"/>
            <a:pathLst>
              <a:path w="6672870" h="6821601">
                <a:moveTo>
                  <a:pt x="0" y="1787990"/>
                </a:moveTo>
                <a:lnTo>
                  <a:pt x="6672870" y="0"/>
                </a:lnTo>
                <a:lnTo>
                  <a:pt x="6672870" y="6739511"/>
                </a:lnTo>
                <a:cubicBezTo>
                  <a:pt x="6672870" y="6784848"/>
                  <a:pt x="6636117" y="6821601"/>
                  <a:pt x="6590780" y="6821601"/>
                </a:cubicBezTo>
                <a:lnTo>
                  <a:pt x="1348753" y="6821601"/>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rot="900000">
            <a:off x="-283896" y="5969722"/>
            <a:ext cx="5300494" cy="1495954"/>
          </a:xfrm>
          <a:custGeom>
            <a:avLst/>
            <a:gdLst/>
            <a:ahLst/>
            <a:cxnLst/>
            <a:rect l="l" t="t" r="r" b="b"/>
            <a:pathLst>
              <a:path w="5300494" h="1495954">
                <a:moveTo>
                  <a:pt x="0" y="0"/>
                </a:moveTo>
                <a:lnTo>
                  <a:pt x="5218404" y="0"/>
                </a:lnTo>
                <a:cubicBezTo>
                  <a:pt x="5263741" y="0"/>
                  <a:pt x="5300494" y="36753"/>
                  <a:pt x="5300494" y="82090"/>
                </a:cubicBezTo>
                <a:lnTo>
                  <a:pt x="5300494" y="183095"/>
                </a:lnTo>
                <a:lnTo>
                  <a:pt x="400840" y="1495954"/>
                </a:ln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rot="900000">
            <a:off x="6930292" y="-242630"/>
            <a:ext cx="2434235" cy="1383623"/>
          </a:xfrm>
          <a:custGeom>
            <a:avLst/>
            <a:gdLst/>
            <a:ahLst/>
            <a:cxnLst/>
            <a:rect l="l" t="t" r="r" b="b"/>
            <a:pathLst>
              <a:path w="2434235" h="1383623">
                <a:moveTo>
                  <a:pt x="0" y="552912"/>
                </a:moveTo>
                <a:lnTo>
                  <a:pt x="2063495" y="0"/>
                </a:lnTo>
                <a:lnTo>
                  <a:pt x="2434235" y="1383623"/>
                </a:lnTo>
                <a:lnTo>
                  <a:pt x="82090" y="1383622"/>
                </a:lnTo>
                <a:cubicBezTo>
                  <a:pt x="36754" y="1383622"/>
                  <a:pt x="0" y="1346869"/>
                  <a:pt x="0" y="1301533"/>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rot="900000">
            <a:off x="5899782" y="1282101"/>
            <a:ext cx="3842742" cy="6178450"/>
          </a:xfrm>
          <a:custGeom>
            <a:avLst/>
            <a:gdLst/>
            <a:ahLst/>
            <a:cxnLst/>
            <a:rect l="l" t="t" r="r" b="b"/>
            <a:pathLst>
              <a:path w="3842742" h="6178450">
                <a:moveTo>
                  <a:pt x="50137" y="6451"/>
                </a:moveTo>
                <a:cubicBezTo>
                  <a:pt x="59958" y="2297"/>
                  <a:pt x="70756" y="0"/>
                  <a:pt x="82090" y="0"/>
                </a:cubicBezTo>
                <a:lnTo>
                  <a:pt x="2463128" y="0"/>
                </a:lnTo>
                <a:lnTo>
                  <a:pt x="3842742" y="5148790"/>
                </a:lnTo>
                <a:lnTo>
                  <a:pt x="0" y="6178450"/>
                </a:lnTo>
                <a:lnTo>
                  <a:pt x="0" y="82090"/>
                </a:lnTo>
                <a:cubicBezTo>
                  <a:pt x="0" y="48087"/>
                  <a:pt x="20674" y="18913"/>
                  <a:pt x="50137" y="645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4500000">
            <a:off x="4578273" y="2744935"/>
            <a:ext cx="5036383" cy="1997131"/>
          </a:xfrm>
        </p:spPr>
        <p:txBody>
          <a:bodyPr anchor="t">
            <a:normAutofit/>
          </a:bodyPr>
          <a:lstStyle>
            <a:lvl1pPr algn="r">
              <a:defRPr sz="4400" b="0"/>
            </a:lvl1pPr>
          </a:lstStyle>
          <a:p>
            <a:r>
              <a:rPr lang="en-US" smtClean="0"/>
              <a:t>Click to edit Master title style</a:t>
            </a:r>
            <a:endParaRPr lang="en-US"/>
          </a:p>
        </p:txBody>
      </p:sp>
      <p:sp>
        <p:nvSpPr>
          <p:cNvPr id="3" name="Picture Placeholder 2"/>
          <p:cNvSpPr>
            <a:spLocks noGrp="1"/>
          </p:cNvSpPr>
          <p:nvPr>
            <p:ph type="pic" idx="1"/>
          </p:nvPr>
        </p:nvSpPr>
        <p:spPr>
          <a:xfrm rot="900000">
            <a:off x="1507529" y="615731"/>
            <a:ext cx="4323504" cy="3294418"/>
          </a:xfrm>
          <a:prstGeom prst="roundRect">
            <a:avLst>
              <a:gd name="adj" fmla="val 4992"/>
            </a:avLst>
          </a:prstGeom>
          <a:ln w="19050">
            <a:solidFill>
              <a:schemeClr val="tx1"/>
            </a:solidFill>
          </a:ln>
          <a:effectLst>
            <a:innerShdw blurRad="101600" dir="13500000">
              <a:prstClr val="black">
                <a:alpha val="70000"/>
              </a:prstClr>
            </a:inn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rot="900000">
            <a:off x="822789" y="4161126"/>
            <a:ext cx="4310915" cy="1203540"/>
          </a:xfrm>
        </p:spPr>
        <p:txBody>
          <a:bodyPr anchor="t">
            <a:normAutofit/>
          </a:bodyPr>
          <a:lstStyle>
            <a:lvl1pPr marL="0" indent="0" algn="ctr">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900000">
            <a:off x="6992395" y="571255"/>
            <a:ext cx="1524000" cy="365125"/>
          </a:xfrm>
        </p:spPr>
        <p:txBody>
          <a:bodyPr/>
          <a:lstStyle>
            <a:lvl1pPr algn="l">
              <a:defRPr/>
            </a:lvl1pPr>
          </a:lstStyle>
          <a:p>
            <a:fld id="{CBE1B94C-D0F9-43D6-9F7E-AF66DD3ED727}" type="datetimeFigureOut">
              <a:rPr lang="id-ID" smtClean="0"/>
              <a:t>01/08/2015</a:t>
            </a:fld>
            <a:endParaRPr lang="id-ID"/>
          </a:p>
        </p:txBody>
      </p:sp>
      <p:sp>
        <p:nvSpPr>
          <p:cNvPr id="6" name="Footer Placeholder 5"/>
          <p:cNvSpPr>
            <a:spLocks noGrp="1"/>
          </p:cNvSpPr>
          <p:nvPr>
            <p:ph type="ftr" sz="quarter" idx="11"/>
          </p:nvPr>
        </p:nvSpPr>
        <p:spPr>
          <a:xfrm rot="900000">
            <a:off x="647292" y="5162531"/>
            <a:ext cx="2977453" cy="365125"/>
          </a:xfrm>
        </p:spPr>
        <p:txBody>
          <a:bodyPr/>
          <a:lstStyle>
            <a:lvl1pPr algn="l">
              <a:defRPr/>
            </a:lvl1pPr>
          </a:lstStyle>
          <a:p>
            <a:endParaRPr lang="id-ID"/>
          </a:p>
        </p:txBody>
      </p:sp>
      <p:sp>
        <p:nvSpPr>
          <p:cNvPr id="7" name="Slide Number Placeholder 6"/>
          <p:cNvSpPr>
            <a:spLocks noGrp="1"/>
          </p:cNvSpPr>
          <p:nvPr>
            <p:ph type="sldNum" sz="quarter" idx="12"/>
          </p:nvPr>
        </p:nvSpPr>
        <p:spPr>
          <a:xfrm rot="900000">
            <a:off x="7046470" y="391054"/>
            <a:ext cx="1963187" cy="365125"/>
          </a:xfrm>
        </p:spPr>
        <p:txBody>
          <a:bodyPr/>
          <a:lstStyle>
            <a:lvl1pPr algn="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2" name="Rounded Rectangle 11"/>
          <p:cNvSpPr/>
          <p:nvPr/>
        </p:nvSpPr>
        <p:spPr>
          <a:xfrm rot="20707748">
            <a:off x="-895918" y="-766298"/>
            <a:ext cx="8332816" cy="5894380"/>
          </a:xfrm>
          <a:custGeom>
            <a:avLst/>
            <a:gdLst/>
            <a:ahLst/>
            <a:cxnLst/>
            <a:rect l="l" t="t" r="r" b="b"/>
            <a:pathLst>
              <a:path w="8332816" h="5894380">
                <a:moveTo>
                  <a:pt x="1565164" y="0"/>
                </a:moveTo>
                <a:lnTo>
                  <a:pt x="8332816" y="1797049"/>
                </a:lnTo>
                <a:lnTo>
                  <a:pt x="8332816" y="5812290"/>
                </a:lnTo>
                <a:cubicBezTo>
                  <a:pt x="8332816" y="5857627"/>
                  <a:pt x="8296063" y="5894380"/>
                  <a:pt x="8250726" y="5894380"/>
                </a:cubicBezTo>
                <a:lnTo>
                  <a:pt x="0" y="5894380"/>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rot="20707748">
            <a:off x="64746" y="5089618"/>
            <a:ext cx="8528044" cy="2911464"/>
          </a:xfrm>
          <a:custGeom>
            <a:avLst/>
            <a:gdLst/>
            <a:ahLst/>
            <a:cxnLst/>
            <a:rect l="l" t="t" r="r" b="b"/>
            <a:pathLst>
              <a:path w="8528044" h="2911464">
                <a:moveTo>
                  <a:pt x="8477907" y="6451"/>
                </a:moveTo>
                <a:cubicBezTo>
                  <a:pt x="8507371" y="18913"/>
                  <a:pt x="8528044" y="48087"/>
                  <a:pt x="8528044" y="82090"/>
                </a:cubicBezTo>
                <a:lnTo>
                  <a:pt x="8528044" y="2911464"/>
                </a:lnTo>
                <a:lnTo>
                  <a:pt x="0" y="646970"/>
                </a:lnTo>
                <a:lnTo>
                  <a:pt x="171794" y="0"/>
                </a:lnTo>
                <a:lnTo>
                  <a:pt x="8445954" y="0"/>
                </a:lnTo>
                <a:cubicBezTo>
                  <a:pt x="8457288" y="0"/>
                  <a:pt x="8468086" y="2297"/>
                  <a:pt x="8477907" y="645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rot="20707748">
            <a:off x="8533928" y="3839503"/>
            <a:ext cx="1011244" cy="2994350"/>
          </a:xfrm>
          <a:custGeom>
            <a:avLst/>
            <a:gdLst/>
            <a:ahLst/>
            <a:cxnLst/>
            <a:rect l="l" t="t" r="r" b="b"/>
            <a:pathLst>
              <a:path w="1011244" h="2994350">
                <a:moveTo>
                  <a:pt x="1011244" y="0"/>
                </a:moveTo>
                <a:lnTo>
                  <a:pt x="216140" y="2994350"/>
                </a:lnTo>
                <a:lnTo>
                  <a:pt x="0" y="2936957"/>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rot="20707748">
            <a:off x="7588490" y="-321837"/>
            <a:ext cx="1976541" cy="4072806"/>
          </a:xfrm>
          <a:custGeom>
            <a:avLst/>
            <a:gdLst/>
            <a:ahLst/>
            <a:cxnLst/>
            <a:rect l="l" t="t" r="r" b="b"/>
            <a:pathLst>
              <a:path w="1976541" h="4072806">
                <a:moveTo>
                  <a:pt x="0" y="0"/>
                </a:moveTo>
                <a:lnTo>
                  <a:pt x="1976541" y="524841"/>
                </a:lnTo>
                <a:lnTo>
                  <a:pt x="1034432" y="4072806"/>
                </a:lnTo>
                <a:lnTo>
                  <a:pt x="82090" y="4072806"/>
                </a:lnTo>
                <a:cubicBezTo>
                  <a:pt x="36753" y="4072806"/>
                  <a:pt x="0" y="4036053"/>
                  <a:pt x="0" y="3990716"/>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900000">
            <a:off x="3183882" y="4760430"/>
            <a:ext cx="5004753" cy="1299542"/>
          </a:xfrm>
        </p:spPr>
        <p:txBody>
          <a:bodyPr anchor="t"/>
          <a:lstStyle/>
          <a:p>
            <a:r>
              <a:rPr lang="en-US" smtClean="0"/>
              <a:t>Click to edit Master title style</a:t>
            </a:r>
            <a:endParaRPr lang="en-US"/>
          </a:p>
        </p:txBody>
      </p:sp>
      <p:sp>
        <p:nvSpPr>
          <p:cNvPr id="3" name="Vertical Text Placeholder 2"/>
          <p:cNvSpPr>
            <a:spLocks noGrp="1"/>
          </p:cNvSpPr>
          <p:nvPr>
            <p:ph type="body" orient="vert" idx="1"/>
          </p:nvPr>
        </p:nvSpPr>
        <p:spPr>
          <a:xfrm rot="-900000">
            <a:off x="781854" y="984581"/>
            <a:ext cx="6581279" cy="360475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rot="-900000">
            <a:off x="6996405" y="6238502"/>
            <a:ext cx="1524000" cy="365125"/>
          </a:xfrm>
        </p:spPr>
        <p:txBody>
          <a:bodyPr/>
          <a:lstStyle/>
          <a:p>
            <a:fld id="{CBE1B94C-D0F9-43D6-9F7E-AF66DD3ED727}" type="datetimeFigureOut">
              <a:rPr lang="id-ID" smtClean="0"/>
              <a:t>01/08/2015</a:t>
            </a:fld>
            <a:endParaRPr lang="id-ID"/>
          </a:p>
        </p:txBody>
      </p:sp>
      <p:sp>
        <p:nvSpPr>
          <p:cNvPr id="5" name="Footer Placeholder 4"/>
          <p:cNvSpPr>
            <a:spLocks noGrp="1"/>
          </p:cNvSpPr>
          <p:nvPr>
            <p:ph type="ftr" sz="quarter" idx="11"/>
          </p:nvPr>
        </p:nvSpPr>
        <p:spPr>
          <a:xfrm rot="-900000">
            <a:off x="5321849" y="6094794"/>
            <a:ext cx="3124200" cy="365125"/>
          </a:xfrm>
        </p:spPr>
        <p:txBody>
          <a:bodyPr/>
          <a:lstStyle>
            <a:lvl1pPr algn="r">
              <a:defRPr/>
            </a:lvl1pPr>
          </a:lstStyle>
          <a:p>
            <a:endParaRPr lang="id-ID"/>
          </a:p>
        </p:txBody>
      </p:sp>
      <p:sp>
        <p:nvSpPr>
          <p:cNvPr id="6" name="Slide Number Placeholder 5"/>
          <p:cNvSpPr>
            <a:spLocks noGrp="1"/>
          </p:cNvSpPr>
          <p:nvPr>
            <p:ph type="sldNum" sz="quarter" idx="12"/>
          </p:nvPr>
        </p:nvSpPr>
        <p:spPr>
          <a:xfrm rot="-900000">
            <a:off x="8182730" y="3246937"/>
            <a:ext cx="907445" cy="365125"/>
          </a:xfrm>
        </p:spPr>
        <p:txBody>
          <a:bodyPr/>
          <a:lstStyle>
            <a:lvl1pPr algn="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Rounded Rectangle 11"/>
          <p:cNvSpPr/>
          <p:nvPr/>
        </p:nvSpPr>
        <p:spPr>
          <a:xfrm rot="20707748">
            <a:off x="-882907" y="-626065"/>
            <a:ext cx="7440156" cy="7347127"/>
          </a:xfrm>
          <a:custGeom>
            <a:avLst/>
            <a:gdLst/>
            <a:ahLst/>
            <a:cxnLst/>
            <a:rect l="l" t="t" r="r" b="b"/>
            <a:pathLst>
              <a:path w="7440156" h="7347127">
                <a:moveTo>
                  <a:pt x="1760047" y="0"/>
                </a:moveTo>
                <a:lnTo>
                  <a:pt x="7440156" y="1508269"/>
                </a:lnTo>
                <a:lnTo>
                  <a:pt x="7440156" y="7265037"/>
                </a:lnTo>
                <a:cubicBezTo>
                  <a:pt x="7440156" y="7310374"/>
                  <a:pt x="7403403" y="7347127"/>
                  <a:pt x="7358066" y="7347127"/>
                </a:cubicBezTo>
                <a:lnTo>
                  <a:pt x="2707078" y="7347127"/>
                </a:lnTo>
                <a:lnTo>
                  <a:pt x="0" y="6628304"/>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rot="20707748">
            <a:off x="3227235" y="6274264"/>
            <a:ext cx="4396677" cy="1167472"/>
          </a:xfrm>
          <a:custGeom>
            <a:avLst/>
            <a:gdLst/>
            <a:ahLst/>
            <a:cxnLst/>
            <a:rect l="l" t="t" r="r" b="b"/>
            <a:pathLst>
              <a:path w="4396677" h="1167472">
                <a:moveTo>
                  <a:pt x="4346539" y="6451"/>
                </a:moveTo>
                <a:cubicBezTo>
                  <a:pt x="4376003" y="18913"/>
                  <a:pt x="4396677" y="48087"/>
                  <a:pt x="4396677" y="82090"/>
                </a:cubicBezTo>
                <a:lnTo>
                  <a:pt x="4396677" y="1167472"/>
                </a:lnTo>
                <a:lnTo>
                  <a:pt x="0" y="0"/>
                </a:lnTo>
                <a:lnTo>
                  <a:pt x="4314586" y="0"/>
                </a:lnTo>
                <a:cubicBezTo>
                  <a:pt x="4325920" y="0"/>
                  <a:pt x="4336718" y="2297"/>
                  <a:pt x="4346539"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rot="20707748">
            <a:off x="7659524" y="5459724"/>
            <a:ext cx="1710569" cy="1538689"/>
          </a:xfrm>
          <a:custGeom>
            <a:avLst/>
            <a:gdLst/>
            <a:ahLst/>
            <a:cxnLst/>
            <a:rect l="l" t="t" r="r" b="b"/>
            <a:pathLst>
              <a:path w="1710569" h="1538689">
                <a:moveTo>
                  <a:pt x="1710569" y="1"/>
                </a:moveTo>
                <a:lnTo>
                  <a:pt x="1301993" y="1538689"/>
                </a:lnTo>
                <a:lnTo>
                  <a:pt x="0" y="1192965"/>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rot="20707748">
            <a:off x="6666426" y="-490731"/>
            <a:ext cx="3065776" cy="5811871"/>
          </a:xfrm>
          <a:custGeom>
            <a:avLst/>
            <a:gdLst/>
            <a:ahLst/>
            <a:cxnLst/>
            <a:rect l="l" t="t" r="r" b="b"/>
            <a:pathLst>
              <a:path w="3065776" h="5811871">
                <a:moveTo>
                  <a:pt x="0" y="0"/>
                </a:moveTo>
                <a:lnTo>
                  <a:pt x="3065776" y="814071"/>
                </a:lnTo>
                <a:lnTo>
                  <a:pt x="1738684" y="5811871"/>
                </a:lnTo>
                <a:lnTo>
                  <a:pt x="82090" y="5811871"/>
                </a:lnTo>
                <a:cubicBezTo>
                  <a:pt x="36753" y="5811871"/>
                  <a:pt x="0" y="5775118"/>
                  <a:pt x="0" y="572978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rot="-900000">
            <a:off x="6793335" y="511413"/>
            <a:ext cx="1435608" cy="481888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rot="-900000">
            <a:off x="967762" y="1075673"/>
            <a:ext cx="5398955" cy="508826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rot="-900000">
            <a:off x="7754112" y="5888736"/>
            <a:ext cx="1243584" cy="365125"/>
          </a:xfrm>
        </p:spPr>
        <p:txBody>
          <a:bodyPr/>
          <a:lstStyle>
            <a:lvl1pPr algn="l">
              <a:defRPr/>
            </a:lvl1pPr>
          </a:lstStyle>
          <a:p>
            <a:fld id="{CBE1B94C-D0F9-43D6-9F7E-AF66DD3ED727}" type="datetimeFigureOut">
              <a:rPr lang="id-ID" smtClean="0"/>
              <a:t>01/08/2015</a:t>
            </a:fld>
            <a:endParaRPr lang="id-ID"/>
          </a:p>
        </p:txBody>
      </p:sp>
      <p:sp>
        <p:nvSpPr>
          <p:cNvPr id="5" name="Footer Placeholder 4"/>
          <p:cNvSpPr>
            <a:spLocks noGrp="1"/>
          </p:cNvSpPr>
          <p:nvPr>
            <p:ph type="ftr" sz="quarter" idx="11"/>
          </p:nvPr>
        </p:nvSpPr>
        <p:spPr>
          <a:xfrm rot="-900000">
            <a:off x="4997808" y="6188244"/>
            <a:ext cx="2380306" cy="365125"/>
          </a:xfrm>
        </p:spPr>
        <p:txBody>
          <a:bodyPr/>
          <a:lstStyle>
            <a:lvl1pPr algn="r">
              <a:defRPr/>
            </a:lvl1pPr>
          </a:lstStyle>
          <a:p>
            <a:endParaRPr lang="id-ID"/>
          </a:p>
        </p:txBody>
      </p:sp>
      <p:sp>
        <p:nvSpPr>
          <p:cNvPr id="6" name="Slide Number Placeholder 5"/>
          <p:cNvSpPr>
            <a:spLocks noGrp="1"/>
          </p:cNvSpPr>
          <p:nvPr>
            <p:ph type="sldNum" sz="quarter" idx="12"/>
          </p:nvPr>
        </p:nvSpPr>
        <p:spPr>
          <a:xfrm rot="-900000">
            <a:off x="7690104" y="5641848"/>
            <a:ext cx="1243584" cy="365125"/>
          </a:xfrm>
        </p:spPr>
        <p:txBody>
          <a:bodyPr/>
          <a:lstStyle>
            <a:lvl1pPr algn="l">
              <a:defRPr/>
            </a:lvl1pPr>
          </a:lstStyle>
          <a:p>
            <a:fld id="{8239E38E-94A5-4833-A2D1-C556B30232BF}" type="slidenum">
              <a:rPr lang="id-ID" smtClean="0"/>
              <a:t>‹#›</a:t>
            </a:fld>
            <a:endParaRPr lang="id-ID"/>
          </a:p>
        </p:txBody>
      </p:sp>
    </p:spTree>
  </p:cSld>
  <p:clrMapOvr>
    <a:masterClrMapping/>
  </p:clrMapOvr>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Scan1080Base.png"/>
          <p:cNvPicPr>
            <a:picLocks noChangeAspect="1"/>
          </p:cNvPicPr>
          <p:nvPr/>
        </p:nvPicPr>
        <p:blipFill>
          <a:blip r:embed="rId13" cstate="print">
            <a:lum bright="-38000"/>
          </a:blip>
          <a:stretch>
            <a:fillRect/>
          </a:stretch>
        </p:blipFill>
        <p:spPr>
          <a:xfrm>
            <a:off x="0" y="0"/>
            <a:ext cx="9144000" cy="6858000"/>
          </a:xfrm>
          <a:prstGeom prst="rect">
            <a:avLst/>
          </a:prstGeom>
        </p:spPr>
      </p:pic>
      <p:sp>
        <p:nvSpPr>
          <p:cNvPr id="2" name="Title Placeholder 1"/>
          <p:cNvSpPr>
            <a:spLocks noGrp="1"/>
          </p:cNvSpPr>
          <p:nvPr>
            <p:ph type="title"/>
          </p:nvPr>
        </p:nvSpPr>
        <p:spPr>
          <a:xfrm rot="-5400000">
            <a:off x="-673455" y="2807056"/>
            <a:ext cx="5320597" cy="184008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3657600" y="990600"/>
            <a:ext cx="5027024" cy="478334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162800" y="6096001"/>
            <a:ext cx="1524000" cy="365125"/>
          </a:xfrm>
          <a:prstGeom prst="rect">
            <a:avLst/>
          </a:prstGeom>
        </p:spPr>
        <p:txBody>
          <a:bodyPr vert="horz" lIns="91440" tIns="45720" rIns="91440" bIns="45720" rtlCol="0" anchor="ctr"/>
          <a:lstStyle>
            <a:lvl1pPr algn="r">
              <a:defRPr sz="1200">
                <a:solidFill>
                  <a:schemeClr val="tx1">
                    <a:tint val="75000"/>
                  </a:schemeClr>
                </a:solidFill>
                <a:effectLst/>
              </a:defRPr>
            </a:lvl1pPr>
          </a:lstStyle>
          <a:p>
            <a:fld id="{CBE1B94C-D0F9-43D6-9F7E-AF66DD3ED727}" type="datetimeFigureOut">
              <a:rPr lang="id-ID" smtClean="0"/>
              <a:t>01/08/2015</a:t>
            </a:fld>
            <a:endParaRPr lang="id-ID"/>
          </a:p>
        </p:txBody>
      </p:sp>
      <p:sp>
        <p:nvSpPr>
          <p:cNvPr id="5" name="Footer Placeholder 4"/>
          <p:cNvSpPr>
            <a:spLocks noGrp="1"/>
          </p:cNvSpPr>
          <p:nvPr>
            <p:ph type="ftr" sz="quarter" idx="3"/>
          </p:nvPr>
        </p:nvSpPr>
        <p:spPr>
          <a:xfrm>
            <a:off x="4038600" y="6096001"/>
            <a:ext cx="3124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713047" y="532491"/>
            <a:ext cx="2133600" cy="365125"/>
          </a:xfrm>
          <a:prstGeom prst="rect">
            <a:avLst/>
          </a:prstGeom>
        </p:spPr>
        <p:txBody>
          <a:bodyPr vert="horz" lIns="91440" tIns="45720" rIns="91440" bIns="45720" rtlCol="0" anchor="ctr"/>
          <a:lstStyle>
            <a:lvl1pPr algn="r">
              <a:defRPr sz="2400">
                <a:solidFill>
                  <a:schemeClr val="tx1">
                    <a:tint val="75000"/>
                  </a:schemeClr>
                </a:solidFill>
              </a:defRPr>
            </a:lvl1pPr>
          </a:lstStyle>
          <a:p>
            <a:fld id="{8239E38E-94A5-4833-A2D1-C556B30232BF}" type="slidenum">
              <a:rPr lang="id-ID" smtClean="0"/>
              <a:t>‹#›</a:t>
            </a:fld>
            <a:endParaRPr lang="id-ID"/>
          </a:p>
        </p:txBody>
      </p:sp>
    </p:spTree>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mc:AlternateContent xmlns:mc="http://schemas.openxmlformats.org/markup-compatibility/2006">
    <mc:Choice xmlns:p14="http://schemas.microsoft.com/office/powerpoint/2010/main" Requires="p14">
      <p:transition spd="slow" p14:dur="3000">
        <p14:flash/>
      </p:transition>
    </mc:Choice>
    <mc:Fallback>
      <p:transition spd="slow">
        <p:fade/>
      </p:transition>
    </mc:Fallback>
  </mc:AlternateContent>
  <p:timing>
    <p:tnLst>
      <p:par>
        <p:cTn id="1" dur="indefinite" restart="never" nodeType="tmRoot"/>
      </p:par>
    </p:tnLst>
  </p:timing>
  <p:txStyles>
    <p:titleStyle>
      <a:lvl1pPr algn="r" defTabSz="914400" rtl="0" eaLnBrk="1" latinLnBrk="0" hangingPunct="1">
        <a:spcBef>
          <a:spcPct val="0"/>
        </a:spcBef>
        <a:buNone/>
        <a:defRPr sz="44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spcAft>
          <a:spcPts val="600"/>
        </a:spcAft>
        <a:buSzPct val="160000"/>
        <a:buFont typeface="Wingdings" pitchFamily="2" charset="2"/>
        <a:buChar char=""/>
        <a:defRPr sz="2800" kern="1200">
          <a:solidFill>
            <a:schemeClr val="tx1"/>
          </a:solidFill>
          <a:effectLst>
            <a:outerShdw blurRad="38100" dist="38100" dir="2700000" algn="tl">
              <a:srgbClr val="000000">
                <a:alpha val="43137"/>
              </a:srgbClr>
            </a:outerShdw>
          </a:effectLst>
          <a:latin typeface="+mn-lt"/>
          <a:ea typeface="+mn-ea"/>
          <a:cs typeface="+mn-cs"/>
        </a:defRPr>
      </a:lvl1pPr>
      <a:lvl2pPr marL="731520" indent="-365760" algn="l" defTabSz="914400" rtl="0" eaLnBrk="1" latinLnBrk="0" hangingPunct="1">
        <a:spcBef>
          <a:spcPct val="20000"/>
        </a:spcBef>
        <a:spcAft>
          <a:spcPts val="600"/>
        </a:spcAft>
        <a:buSzPct val="160000"/>
        <a:buFont typeface="Wingdings" pitchFamily="2" charset="2"/>
        <a:buChar char=""/>
        <a:defRPr sz="2400" kern="1200">
          <a:solidFill>
            <a:schemeClr val="tx1"/>
          </a:solidFill>
          <a:effectLst>
            <a:outerShdw blurRad="38100" dist="38100" dir="2700000" algn="tl">
              <a:srgbClr val="000000">
                <a:alpha val="43137"/>
              </a:srgbClr>
            </a:outerShdw>
          </a:effectLst>
          <a:latin typeface="+mn-lt"/>
          <a:ea typeface="+mn-ea"/>
          <a:cs typeface="+mn-cs"/>
        </a:defRPr>
      </a:lvl2pPr>
      <a:lvl3pPr marL="1097280" indent="-320040" algn="l" defTabSz="914400" rtl="0" eaLnBrk="1" latinLnBrk="0" hangingPunct="1">
        <a:spcBef>
          <a:spcPct val="20000"/>
        </a:spcBef>
        <a:spcAft>
          <a:spcPts val="600"/>
        </a:spcAft>
        <a:buSzPct val="160000"/>
        <a:buFont typeface="Wingdings" pitchFamily="2" charset="2"/>
        <a:buChar char=""/>
        <a:defRPr sz="20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74320" algn="l" defTabSz="914400" rtl="0" eaLnBrk="1" latinLnBrk="0" hangingPunct="1">
        <a:spcBef>
          <a:spcPct val="20000"/>
        </a:spcBef>
        <a:spcAft>
          <a:spcPts val="600"/>
        </a:spcAft>
        <a:buSzPct val="160000"/>
        <a:buFont typeface="Wingdings" pitchFamily="2" charset="2"/>
        <a:buChar char=""/>
        <a:defRPr sz="18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74320" algn="l" defTabSz="914400" rtl="0" eaLnBrk="1" latinLnBrk="0" hangingPunct="1">
        <a:spcBef>
          <a:spcPct val="20000"/>
        </a:spcBef>
        <a:spcAft>
          <a:spcPts val="600"/>
        </a:spcAft>
        <a:buSzPct val="160000"/>
        <a:buFont typeface="Wingdings" pitchFamily="2" charset="2"/>
        <a:buChar char=""/>
        <a:defRPr sz="1800" kern="1200">
          <a:solidFill>
            <a:schemeClr val="tx1"/>
          </a:solidFill>
          <a:effectLst>
            <a:outerShdw blurRad="38100" dist="38100" dir="2700000" algn="tl">
              <a:srgbClr val="000000">
                <a:alpha val="43137"/>
              </a:srgbClr>
            </a:outerShdw>
          </a:effectLst>
          <a:latin typeface="+mn-lt"/>
          <a:ea typeface="+mn-ea"/>
          <a:cs typeface="+mn-cs"/>
        </a:defRPr>
      </a:lvl5pPr>
      <a:lvl6pPr marL="1920240" indent="-228600" algn="l" defTabSz="914400" rtl="0" eaLnBrk="1" latinLnBrk="0" hangingPunct="1">
        <a:spcBef>
          <a:spcPts val="24"/>
        </a:spcBef>
        <a:spcAft>
          <a:spcPts val="600"/>
        </a:spcAft>
        <a:buClrTx/>
        <a:buSzPct val="130000"/>
        <a:buFont typeface="Wingdings" pitchFamily="2" charset="2"/>
        <a:buChar char=""/>
        <a:defRPr sz="16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194560" indent="-228600" algn="l" defTabSz="914400" rtl="0" eaLnBrk="1" latinLnBrk="0" hangingPunct="1">
        <a:spcBef>
          <a:spcPts val="24"/>
        </a:spcBef>
        <a:spcAft>
          <a:spcPts val="600"/>
        </a:spcAft>
        <a:buClrTx/>
        <a:buSzPct val="130000"/>
        <a:buFont typeface="Wingdings" pitchFamily="2" charset="2"/>
        <a:buChar char=""/>
        <a:defRPr sz="16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468880" indent="-228600" algn="l" defTabSz="914400" rtl="0" eaLnBrk="1" latinLnBrk="0" hangingPunct="1">
        <a:spcBef>
          <a:spcPts val="24"/>
        </a:spcBef>
        <a:spcAft>
          <a:spcPts val="600"/>
        </a:spcAft>
        <a:buClrTx/>
        <a:buSzPct val="130000"/>
        <a:buFont typeface="Wingdings" pitchFamily="2" charset="2"/>
        <a:buChar char=""/>
        <a:defRPr sz="16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743200" indent="-228600" algn="l" defTabSz="914400" rtl="0" eaLnBrk="1" latinLnBrk="0" hangingPunct="1">
        <a:spcBef>
          <a:spcPts val="24"/>
        </a:spcBef>
        <a:spcAft>
          <a:spcPts val="600"/>
        </a:spcAft>
        <a:buClrTx/>
        <a:buSzPct val="130000"/>
        <a:buFont typeface="Wingdings" pitchFamily="2" charset="2"/>
        <a:buChar char=""/>
        <a:defRPr sz="16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988840"/>
            <a:ext cx="7772400" cy="1470025"/>
          </a:xfrm>
        </p:spPr>
        <p:txBody>
          <a:bodyPr>
            <a:normAutofit fontScale="90000"/>
          </a:bodyPr>
          <a:lstStyle/>
          <a:p>
            <a:r>
              <a:rPr lang="id-ID" dirty="0">
                <a:latin typeface="Maiandra GD" panose="020E0502030308020204" pitchFamily="34" charset="0"/>
              </a:rPr>
              <a:t>Pengenalan Media Penyimpanan Teknologi RAID</a:t>
            </a:r>
            <a:r>
              <a:rPr lang="id-ID" dirty="0"/>
              <a:t/>
            </a:r>
            <a:br>
              <a:rPr lang="id-ID" dirty="0"/>
            </a:br>
            <a:endParaRPr lang="id-ID" dirty="0"/>
          </a:p>
        </p:txBody>
      </p:sp>
      <p:sp>
        <p:nvSpPr>
          <p:cNvPr id="3" name="Subtitle 2"/>
          <p:cNvSpPr>
            <a:spLocks noGrp="1"/>
          </p:cNvSpPr>
          <p:nvPr>
            <p:ph type="subTitle" idx="1"/>
          </p:nvPr>
        </p:nvSpPr>
        <p:spPr/>
        <p:txBody>
          <a:bodyPr>
            <a:noAutofit/>
          </a:bodyPr>
          <a:lstStyle/>
          <a:p>
            <a:r>
              <a:rPr lang="id-ID" sz="2000" dirty="0"/>
              <a:t>Faridzoel Mossal</a:t>
            </a:r>
          </a:p>
          <a:p>
            <a:r>
              <a:rPr lang="id-ID" sz="2000" dirty="0"/>
              <a:t>Muhammad Afzal</a:t>
            </a:r>
          </a:p>
          <a:p>
            <a:r>
              <a:rPr lang="id-ID" sz="2000" dirty="0"/>
              <a:t>Said Hasanuddin</a:t>
            </a:r>
          </a:p>
          <a:p>
            <a:r>
              <a:rPr lang="id-ID" sz="2000" dirty="0"/>
              <a:t>Syifa Ulqulub</a:t>
            </a:r>
          </a:p>
          <a:p>
            <a:endParaRPr lang="id-ID" sz="2000" dirty="0"/>
          </a:p>
        </p:txBody>
      </p:sp>
      <p:sp>
        <p:nvSpPr>
          <p:cNvPr id="4" name="TextBox 3"/>
          <p:cNvSpPr txBox="1"/>
          <p:nvPr/>
        </p:nvSpPr>
        <p:spPr>
          <a:xfrm>
            <a:off x="-1620688" y="764704"/>
            <a:ext cx="184731" cy="369332"/>
          </a:xfrm>
          <a:prstGeom prst="rect">
            <a:avLst/>
          </a:prstGeom>
          <a:noFill/>
        </p:spPr>
        <p:txBody>
          <a:bodyPr wrap="none" rtlCol="0">
            <a:spAutoFit/>
          </a:bodyPr>
          <a:lstStyle/>
          <a:p>
            <a:endParaRPr lang="id-ID" dirty="0"/>
          </a:p>
        </p:txBody>
      </p:sp>
    </p:spTree>
    <p:extLst>
      <p:ext uri="{BB962C8B-B14F-4D97-AF65-F5344CB8AC3E}">
        <p14:creationId xmlns:p14="http://schemas.microsoft.com/office/powerpoint/2010/main" val="458791931"/>
      </p:ext>
    </p:extLst>
  </p:cSld>
  <p:clrMapOvr>
    <a:masterClrMapping/>
  </p:clrMapOvr>
  <mc:AlternateContent xmlns:mc="http://schemas.openxmlformats.org/markup-compatibility/2006">
    <mc:Choice xmlns:p14="http://schemas.microsoft.com/office/powerpoint/2010/main" Requires="p14">
      <p:transition spd="slow" advClick="0">
        <p14:flash/>
      </p:transition>
    </mc:Choice>
    <mc:Fallback>
      <p:transition spd="slow" advClick="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05" y="5749535"/>
            <a:ext cx="5064953" cy="1695631"/>
          </a:xfrm>
        </p:spPr>
        <p:txBody>
          <a:bodyPr>
            <a:normAutofit fontScale="90000"/>
          </a:bodyPr>
          <a:lstStyle/>
          <a:p>
            <a:pPr algn="l"/>
            <a:r>
              <a:rPr lang="id-ID" sz="2200" dirty="0" smtClean="0">
                <a:latin typeface="Comic Sans MS" panose="030F0702030302020204" pitchFamily="66" charset="0"/>
              </a:rPr>
              <a:t>Teknologi Raid</a:t>
            </a:r>
            <a:br>
              <a:rPr lang="id-ID" sz="2200" dirty="0" smtClean="0">
                <a:latin typeface="Comic Sans MS" panose="030F0702030302020204" pitchFamily="66" charset="0"/>
              </a:rPr>
            </a:br>
            <a:r>
              <a:rPr lang="id-ID" sz="2200" dirty="0">
                <a:effectLst/>
                <a:latin typeface="Comic Sans MS" panose="030F0702030302020204" pitchFamily="66" charset="0"/>
              </a:rPr>
              <a:t>Pada PC Desktop atau Notebook sering kita jumpai </a:t>
            </a:r>
            <a:r>
              <a:rPr lang="id-ID" sz="2200" i="1" dirty="0">
                <a:effectLst/>
                <a:latin typeface="Comic Sans MS" panose="030F0702030302020204" pitchFamily="66" charset="0"/>
              </a:rPr>
              <a:t>single hard disk</a:t>
            </a:r>
            <a:r>
              <a:rPr lang="id-ID" sz="2200" dirty="0">
                <a:effectLst/>
                <a:latin typeface="Comic Sans MS" panose="030F0702030302020204" pitchFamily="66" charset="0"/>
              </a:rPr>
              <a:t> terpasang, meskipun ada lebih dari satu terpasang tetapi hanya digunkan sebaga penambahan </a:t>
            </a:r>
            <a:r>
              <a:rPr lang="id-ID" sz="2200" i="1" dirty="0">
                <a:effectLst/>
                <a:latin typeface="Comic Sans MS" panose="030F0702030302020204" pitchFamily="66" charset="0"/>
              </a:rPr>
              <a:t>harddisk</a:t>
            </a:r>
            <a:r>
              <a:rPr lang="id-ID" sz="2200" dirty="0">
                <a:effectLst/>
                <a:latin typeface="Comic Sans MS" panose="030F0702030302020204" pitchFamily="66" charset="0"/>
              </a:rPr>
              <a:t> sehingga tempat penyimpanan data bertambah. Lain halnya untuk server yang mempunyai karakteristik utama yaitu tidak boleh mati karena jika mati komputer klien yang menggunakan aplikasi yang terhubung dengan server tersebut akan terputus total. Selain itu data yang tersimpan pada server sangat penting, sehingga diperlukan suatu solusi agar data tidak hilang dikarenakan </a:t>
            </a:r>
            <a:r>
              <a:rPr lang="id-ID" sz="2200" i="1" dirty="0">
                <a:effectLst/>
                <a:latin typeface="Comic Sans MS" panose="030F0702030302020204" pitchFamily="66" charset="0"/>
              </a:rPr>
              <a:t>hard disk</a:t>
            </a:r>
            <a:r>
              <a:rPr lang="id-ID" sz="2200" dirty="0">
                <a:effectLst/>
                <a:latin typeface="Comic Sans MS" panose="030F0702030302020204" pitchFamily="66" charset="0"/>
              </a:rPr>
              <a:t> yang bermasalah, salah satu solusi selain melakukan </a:t>
            </a:r>
            <a:r>
              <a:rPr lang="id-ID" sz="2200" i="1" dirty="0">
                <a:effectLst/>
                <a:latin typeface="Comic Sans MS" panose="030F0702030302020204" pitchFamily="66" charset="0"/>
              </a:rPr>
              <a:t>backup</a:t>
            </a:r>
            <a:r>
              <a:rPr lang="id-ID" sz="2200" dirty="0">
                <a:effectLst/>
                <a:latin typeface="Comic Sans MS" panose="030F0702030302020204" pitchFamily="66" charset="0"/>
              </a:rPr>
              <a:t> data secara manual maupun otomatis adalah dengan menggunakan sistem RAID</a:t>
            </a:r>
            <a:r>
              <a:rPr lang="id-ID" dirty="0">
                <a:effectLst/>
                <a:latin typeface="Comic Sans MS" panose="030F0702030302020204" pitchFamily="66" charset="0"/>
              </a:rPr>
              <a:t>.</a:t>
            </a:r>
            <a:r>
              <a:rPr lang="id-ID" dirty="0">
                <a:effectLst/>
              </a:rPr>
              <a:t/>
            </a:r>
            <a:br>
              <a:rPr lang="id-ID" dirty="0">
                <a:effectLst/>
              </a:rPr>
            </a:br>
            <a:endParaRPr lang="id-ID"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48064" y="116632"/>
            <a:ext cx="3865612" cy="3384376"/>
          </a:xfrm>
          <a:prstGeom prst="rect">
            <a:avLst/>
          </a:prstGeom>
          <a:ln>
            <a:noFill/>
          </a:ln>
          <a:effectLst>
            <a:softEdge rad="112500"/>
          </a:effectLst>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8064" y="3861048"/>
            <a:ext cx="3816424" cy="2808312"/>
          </a:xfrm>
          <a:prstGeom prst="rect">
            <a:avLst/>
          </a:prstGeom>
          <a:ln>
            <a:noFill/>
          </a:ln>
          <a:effectLst>
            <a:softEdge rad="112500"/>
          </a:effectLst>
        </p:spPr>
      </p:pic>
    </p:spTree>
    <p:extLst>
      <p:ext uri="{BB962C8B-B14F-4D97-AF65-F5344CB8AC3E}">
        <p14:creationId xmlns:p14="http://schemas.microsoft.com/office/powerpoint/2010/main" val="3923311603"/>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977" y="437225"/>
            <a:ext cx="5064953" cy="1695631"/>
          </a:xfrm>
        </p:spPr>
        <p:txBody>
          <a:bodyPr/>
          <a:lstStyle/>
          <a:p>
            <a:r>
              <a:rPr lang="id-ID" dirty="0" smtClean="0"/>
              <a:t>Teknologi Raid</a:t>
            </a:r>
            <a:endParaRPr lang="id-ID" dirty="0"/>
          </a:p>
        </p:txBody>
      </p:sp>
      <p:sp>
        <p:nvSpPr>
          <p:cNvPr id="5" name="Content Placeholder 4"/>
          <p:cNvSpPr>
            <a:spLocks noGrp="1"/>
          </p:cNvSpPr>
          <p:nvPr>
            <p:ph idx="1"/>
          </p:nvPr>
        </p:nvSpPr>
        <p:spPr>
          <a:xfrm>
            <a:off x="4233745" y="959716"/>
            <a:ext cx="4658735" cy="5077623"/>
          </a:xfrm>
        </p:spPr>
        <p:txBody>
          <a:bodyPr>
            <a:normAutofit fontScale="77500" lnSpcReduction="20000"/>
          </a:bodyPr>
          <a:lstStyle/>
          <a:p>
            <a:pPr fontAlgn="t"/>
            <a:r>
              <a:rPr lang="id-ID" dirty="0" smtClean="0">
                <a:effectLst/>
              </a:rPr>
              <a:t>RAID </a:t>
            </a:r>
            <a:r>
              <a:rPr lang="id-ID" dirty="0">
                <a:effectLst/>
              </a:rPr>
              <a:t>merupakan kependekan dari</a:t>
            </a:r>
            <a:r>
              <a:rPr lang="id-ID" i="1" dirty="0">
                <a:effectLst/>
              </a:rPr>
              <a:t> Redundant Array of Inexpensive Disk</a:t>
            </a:r>
            <a:r>
              <a:rPr lang="id-ID" dirty="0">
                <a:effectLst/>
              </a:rPr>
              <a:t> dimana menggunakan lebih dari satu </a:t>
            </a:r>
            <a:r>
              <a:rPr lang="id-ID" i="1" dirty="0">
                <a:effectLst/>
              </a:rPr>
              <a:t>hard disk</a:t>
            </a:r>
            <a:r>
              <a:rPr lang="id-ID" dirty="0">
                <a:effectLst/>
              </a:rPr>
              <a:t> yang bekerja sama untuk memperoleh kinerja yang lebih dibanding menggunakan satu </a:t>
            </a:r>
            <a:r>
              <a:rPr lang="id-ID" i="1" dirty="0">
                <a:effectLst/>
              </a:rPr>
              <a:t>hard disk</a:t>
            </a:r>
            <a:r>
              <a:rPr lang="id-ID" dirty="0">
                <a:effectLst/>
              </a:rPr>
              <a:t> dan yang paling penting adalah memiliki </a:t>
            </a:r>
            <a:r>
              <a:rPr lang="id-ID" i="1" dirty="0">
                <a:effectLst/>
              </a:rPr>
              <a:t>redundant</a:t>
            </a:r>
            <a:r>
              <a:rPr lang="id-ID" dirty="0">
                <a:effectLst/>
              </a:rPr>
              <a:t> dimana jika ada </a:t>
            </a:r>
            <a:r>
              <a:rPr lang="id-ID" i="1" dirty="0">
                <a:effectLst/>
              </a:rPr>
              <a:t>hard disk</a:t>
            </a:r>
            <a:r>
              <a:rPr lang="id-ID" dirty="0">
                <a:effectLst/>
              </a:rPr>
              <a:t> yang bermasalah (mati) data tidak akan hilang . Beberapa RAID yang umum digunakan adalah RAID 0,1,5,6,10,1E.50 dan 60.</a:t>
            </a:r>
          </a:p>
        </p:txBody>
      </p:sp>
    </p:spTree>
    <p:extLst>
      <p:ext uri="{BB962C8B-B14F-4D97-AF65-F5344CB8AC3E}">
        <p14:creationId xmlns:p14="http://schemas.microsoft.com/office/powerpoint/2010/main" val="2235789749"/>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0768" y="620688"/>
            <a:ext cx="5064953" cy="1695631"/>
          </a:xfrm>
        </p:spPr>
        <p:txBody>
          <a:bodyPr/>
          <a:lstStyle/>
          <a:p>
            <a:r>
              <a:rPr lang="id-ID" dirty="0" smtClean="0"/>
              <a:t>RAID 0</a:t>
            </a:r>
            <a:endParaRPr lang="id-ID" dirty="0"/>
          </a:p>
        </p:txBody>
      </p:sp>
      <p:sp>
        <p:nvSpPr>
          <p:cNvPr id="3" name="Content Placeholder 2"/>
          <p:cNvSpPr>
            <a:spLocks noGrp="1"/>
          </p:cNvSpPr>
          <p:nvPr>
            <p:ph idx="1"/>
          </p:nvPr>
        </p:nvSpPr>
        <p:spPr>
          <a:xfrm>
            <a:off x="4355976" y="959716"/>
            <a:ext cx="4658735" cy="5077623"/>
          </a:xfrm>
        </p:spPr>
        <p:txBody>
          <a:bodyPr>
            <a:noAutofit/>
          </a:bodyPr>
          <a:lstStyle/>
          <a:p>
            <a:pPr fontAlgn="t"/>
            <a:r>
              <a:rPr lang="id-ID" sz="1600" b="1" dirty="0">
                <a:effectLst/>
              </a:rPr>
              <a:t>Cara kerja : </a:t>
            </a:r>
            <a:r>
              <a:rPr lang="id-ID" sz="1600" dirty="0">
                <a:effectLst/>
              </a:rPr>
              <a:t>Keseluruhan </a:t>
            </a:r>
            <a:r>
              <a:rPr lang="id-ID" sz="1600" i="1" dirty="0">
                <a:effectLst/>
              </a:rPr>
              <a:t>hard disk</a:t>
            </a:r>
            <a:r>
              <a:rPr lang="id-ID" sz="1600" dirty="0">
                <a:effectLst/>
              </a:rPr>
              <a:t> yang dimiliki akan berfungsi sebagai tempat penyimpanan data. Data  dipecah (striped) menjadi beberapa blok data dan masing masing blok disimpan  pada anggota dari RAID 0 pada </a:t>
            </a:r>
            <a:r>
              <a:rPr lang="id-ID" sz="1600" i="1" dirty="0">
                <a:effectLst/>
              </a:rPr>
              <a:t>hard disk</a:t>
            </a:r>
            <a:r>
              <a:rPr lang="id-ID" sz="1600" dirty="0">
                <a:effectLst/>
              </a:rPr>
              <a:t> yang berbeda.</a:t>
            </a:r>
          </a:p>
          <a:p>
            <a:pPr fontAlgn="t"/>
            <a:r>
              <a:rPr lang="id-ID" sz="1600" b="1" dirty="0">
                <a:effectLst/>
              </a:rPr>
              <a:t>Contoh :</a:t>
            </a:r>
            <a:r>
              <a:rPr lang="id-ID" sz="1600" dirty="0">
                <a:effectLst/>
              </a:rPr>
              <a:t> 2 </a:t>
            </a:r>
            <a:r>
              <a:rPr lang="id-ID" sz="1600" i="1" dirty="0">
                <a:effectLst/>
              </a:rPr>
              <a:t>hard disk</a:t>
            </a:r>
            <a:r>
              <a:rPr lang="id-ID" sz="1600" dirty="0">
                <a:effectLst/>
              </a:rPr>
              <a:t> berkapasistas 250GB dikonfigurasi dengan RAID 0 maka total </a:t>
            </a:r>
            <a:r>
              <a:rPr lang="id-ID" sz="1600" i="1" dirty="0">
                <a:effectLst/>
              </a:rPr>
              <a:t>hard disk</a:t>
            </a:r>
            <a:r>
              <a:rPr lang="id-ID" sz="1600" dirty="0">
                <a:effectLst/>
              </a:rPr>
              <a:t> yang dapat dijadikan penyimpanan data adalah keseluruhannya ( 500GB)</a:t>
            </a:r>
          </a:p>
          <a:p>
            <a:pPr fontAlgn="t"/>
            <a:r>
              <a:rPr lang="id-ID" sz="1600" b="1" dirty="0">
                <a:effectLst/>
              </a:rPr>
              <a:t>Kelebihan</a:t>
            </a:r>
            <a:r>
              <a:rPr lang="id-ID" sz="1600" dirty="0">
                <a:effectLst/>
              </a:rPr>
              <a:t> : Dengan RAID 0, kapasistas </a:t>
            </a:r>
            <a:r>
              <a:rPr lang="id-ID" sz="1600" i="1" dirty="0">
                <a:effectLst/>
              </a:rPr>
              <a:t>hard disk</a:t>
            </a:r>
            <a:r>
              <a:rPr lang="id-ID" sz="1600" dirty="0">
                <a:effectLst/>
              </a:rPr>
              <a:t> yang dimiliki untuk penyimpanan data adalah total dari keseluruhan </a:t>
            </a:r>
            <a:r>
              <a:rPr lang="id-ID" sz="1600" i="1" dirty="0">
                <a:effectLst/>
              </a:rPr>
              <a:t>hard disk</a:t>
            </a:r>
            <a:r>
              <a:rPr lang="id-ID" sz="1600" dirty="0">
                <a:effectLst/>
              </a:rPr>
              <a:t> yang dimiliki, tanpa ada pengurangan, proses penyimpanan dan pembacaan data lebih cepat karena data dipecah (striped) dan  setiap blok data disimpan pada </a:t>
            </a:r>
            <a:r>
              <a:rPr lang="id-ID" sz="1600" i="1" dirty="0">
                <a:effectLst/>
              </a:rPr>
              <a:t>hard disk</a:t>
            </a:r>
            <a:r>
              <a:rPr lang="id-ID" sz="1600" dirty="0">
                <a:effectLst/>
              </a:rPr>
              <a:t> yang berbeda.</a:t>
            </a:r>
          </a:p>
          <a:p>
            <a:pPr fontAlgn="t"/>
            <a:r>
              <a:rPr lang="id-ID" sz="1600" b="1" dirty="0">
                <a:effectLst/>
              </a:rPr>
              <a:t>Kekurangan :</a:t>
            </a:r>
            <a:r>
              <a:rPr lang="id-ID" sz="1600" dirty="0">
                <a:effectLst/>
              </a:rPr>
              <a:t> Jika salah satu </a:t>
            </a:r>
            <a:r>
              <a:rPr lang="id-ID" sz="1600" i="1" dirty="0">
                <a:effectLst/>
              </a:rPr>
              <a:t>hard disk</a:t>
            </a:r>
            <a:r>
              <a:rPr lang="id-ID" sz="1600" dirty="0">
                <a:effectLst/>
              </a:rPr>
              <a:t> bermasalah atau rusak, maka data akan hilang tanpa ada penggantinya karena kehilangan beberapa blok data, menyebabkan data tidak utuh lagi.</a:t>
            </a:r>
          </a:p>
          <a:p>
            <a:endParaRPr lang="id-ID" sz="1600" dirty="0"/>
          </a:p>
        </p:txBody>
      </p:sp>
    </p:spTree>
    <p:extLst>
      <p:ext uri="{BB962C8B-B14F-4D97-AF65-F5344CB8AC3E}">
        <p14:creationId xmlns:p14="http://schemas.microsoft.com/office/powerpoint/2010/main" val="2256476202"/>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7129" y="509233"/>
            <a:ext cx="5064953" cy="1695631"/>
          </a:xfrm>
        </p:spPr>
        <p:txBody>
          <a:bodyPr/>
          <a:lstStyle/>
          <a:p>
            <a:r>
              <a:rPr lang="id-ID" dirty="0" smtClean="0"/>
              <a:t>RAID 10</a:t>
            </a:r>
            <a:endParaRPr lang="id-ID" dirty="0"/>
          </a:p>
        </p:txBody>
      </p:sp>
      <p:sp>
        <p:nvSpPr>
          <p:cNvPr id="3" name="Content Placeholder 2"/>
          <p:cNvSpPr>
            <a:spLocks noGrp="1"/>
          </p:cNvSpPr>
          <p:nvPr>
            <p:ph idx="1"/>
          </p:nvPr>
        </p:nvSpPr>
        <p:spPr>
          <a:xfrm>
            <a:off x="4427984" y="959716"/>
            <a:ext cx="4658735" cy="5077623"/>
          </a:xfrm>
        </p:spPr>
        <p:txBody>
          <a:bodyPr>
            <a:noAutofit/>
          </a:bodyPr>
          <a:lstStyle/>
          <a:p>
            <a:pPr fontAlgn="t"/>
            <a:r>
              <a:rPr lang="id-ID" sz="1400" b="1" dirty="0">
                <a:effectLst/>
              </a:rPr>
              <a:t>Cara kerja :</a:t>
            </a:r>
            <a:r>
              <a:rPr lang="id-ID" sz="1400" i="1" dirty="0">
                <a:effectLst/>
              </a:rPr>
              <a:t> Hard disk</a:t>
            </a:r>
            <a:r>
              <a:rPr lang="id-ID" sz="1400" dirty="0">
                <a:effectLst/>
              </a:rPr>
              <a:t> yang dikonfigurasi dalam RAID 10 bisa dikatakan di-</a:t>
            </a:r>
            <a:r>
              <a:rPr lang="id-ID" sz="1400" i="1" dirty="0">
                <a:effectLst/>
              </a:rPr>
              <a:t>striping</a:t>
            </a:r>
            <a:r>
              <a:rPr lang="id-ID" sz="1400" dirty="0">
                <a:effectLst/>
              </a:rPr>
              <a:t> dan di-</a:t>
            </a:r>
            <a:r>
              <a:rPr lang="id-ID" sz="1400" i="1" dirty="0">
                <a:effectLst/>
              </a:rPr>
              <a:t>mirror</a:t>
            </a:r>
            <a:r>
              <a:rPr lang="id-ID" sz="1400" dirty="0">
                <a:effectLst/>
              </a:rPr>
              <a:t>, dengan kata   lain data yang disimpan dalam</a:t>
            </a:r>
            <a:r>
              <a:rPr lang="id-ID" sz="1400" i="1" dirty="0">
                <a:effectLst/>
              </a:rPr>
              <a:t>hard disk</a:t>
            </a:r>
            <a:r>
              <a:rPr lang="id-ID" sz="1400" dirty="0">
                <a:effectLst/>
              </a:rPr>
              <a:t> akan dipecah (stripe) dan didistribusikan ke separuh total</a:t>
            </a:r>
            <a:r>
              <a:rPr lang="id-ID" sz="1400" i="1" dirty="0">
                <a:effectLst/>
              </a:rPr>
              <a:t>hard disk</a:t>
            </a:r>
            <a:r>
              <a:rPr lang="id-ID" sz="1400" dirty="0">
                <a:effectLst/>
              </a:rPr>
              <a:t> dari RAID 10 tersebut, setengahnya lagi digunakan sebagai</a:t>
            </a:r>
            <a:r>
              <a:rPr lang="id-ID" sz="1400" i="1" dirty="0">
                <a:effectLst/>
              </a:rPr>
              <a:t>mirror</a:t>
            </a:r>
            <a:r>
              <a:rPr lang="id-ID" sz="1400" dirty="0">
                <a:effectLst/>
              </a:rPr>
              <a:t> dari hasil </a:t>
            </a:r>
            <a:r>
              <a:rPr lang="id-ID" sz="1400" i="1" dirty="0">
                <a:effectLst/>
              </a:rPr>
              <a:t>stripe</a:t>
            </a:r>
            <a:r>
              <a:rPr lang="id-ID" sz="1400" dirty="0">
                <a:effectLst/>
              </a:rPr>
              <a:t> yang lain. RAID 10 merupakan penggbungan antara RAID 0 dan 1</a:t>
            </a:r>
          </a:p>
          <a:p>
            <a:pPr fontAlgn="t"/>
            <a:r>
              <a:rPr lang="id-ID" sz="1400" b="1" dirty="0">
                <a:effectLst/>
              </a:rPr>
              <a:t>Contoh :</a:t>
            </a:r>
            <a:r>
              <a:rPr lang="id-ID" sz="1400" dirty="0">
                <a:effectLst/>
              </a:rPr>
              <a:t> Empat </a:t>
            </a:r>
            <a:r>
              <a:rPr lang="id-ID" sz="1400" i="1" dirty="0">
                <a:effectLst/>
              </a:rPr>
              <a:t>hard disk</a:t>
            </a:r>
            <a:r>
              <a:rPr lang="id-ID" sz="1400" dirty="0">
                <a:effectLst/>
              </a:rPr>
              <a:t> berkapasitas 250GB dikonfigurasi dengan RAID 10 maka kapasitas yang dapat di gunakan untuk penyimpanan data adalah 500GB dan data yang disimpan akan di-</a:t>
            </a:r>
            <a:r>
              <a:rPr lang="id-ID" sz="1400" i="1" dirty="0">
                <a:effectLst/>
              </a:rPr>
              <a:t>stripping</a:t>
            </a:r>
            <a:r>
              <a:rPr lang="id-ID" sz="1400" dirty="0">
                <a:effectLst/>
              </a:rPr>
              <a:t> atau dibagikan diantara kedua </a:t>
            </a:r>
            <a:r>
              <a:rPr lang="id-ID" sz="1400" i="1" dirty="0">
                <a:effectLst/>
              </a:rPr>
              <a:t>hard disk</a:t>
            </a:r>
            <a:r>
              <a:rPr lang="id-ID" sz="1400" dirty="0">
                <a:effectLst/>
              </a:rPr>
              <a:t> tersebut, dua </a:t>
            </a:r>
            <a:r>
              <a:rPr lang="id-ID" sz="1400" i="1" dirty="0">
                <a:effectLst/>
              </a:rPr>
              <a:t>hard disk</a:t>
            </a:r>
            <a:r>
              <a:rPr lang="id-ID" sz="1400" dirty="0">
                <a:effectLst/>
              </a:rPr>
              <a:t> yang lain berfungsi sebagai </a:t>
            </a:r>
            <a:r>
              <a:rPr lang="id-ID" sz="1400" i="1" dirty="0">
                <a:effectLst/>
              </a:rPr>
              <a:t>mirror</a:t>
            </a:r>
            <a:r>
              <a:rPr lang="id-ID" sz="1400" dirty="0">
                <a:effectLst/>
              </a:rPr>
              <a:t>.</a:t>
            </a:r>
          </a:p>
          <a:p>
            <a:pPr fontAlgn="t"/>
            <a:r>
              <a:rPr lang="id-ID" sz="1400" b="1" dirty="0">
                <a:effectLst/>
              </a:rPr>
              <a:t>Kelebihan</a:t>
            </a:r>
            <a:r>
              <a:rPr lang="id-ID" sz="1400" dirty="0">
                <a:effectLst/>
              </a:rPr>
              <a:t> : Bisa dikatakan sama dengan RAID 1 hanya performance dari baca tulis </a:t>
            </a:r>
            <a:r>
              <a:rPr lang="id-ID" sz="1400" i="1" dirty="0">
                <a:effectLst/>
              </a:rPr>
              <a:t>hard disk</a:t>
            </a:r>
            <a:r>
              <a:rPr lang="id-ID" sz="1400" dirty="0">
                <a:effectLst/>
              </a:rPr>
              <a:t> meningkat dibanding RAID 1 karena lebih cepat dalam</a:t>
            </a:r>
            <a:r>
              <a:rPr lang="id-ID" sz="1400" i="1" dirty="0">
                <a:effectLst/>
              </a:rPr>
              <a:t> read/write</a:t>
            </a:r>
            <a:r>
              <a:rPr lang="id-ID" sz="1400" dirty="0">
                <a:effectLst/>
              </a:rPr>
              <a:t>. Perlindungan data kuat selama masing masing</a:t>
            </a:r>
            <a:r>
              <a:rPr lang="id-ID" sz="1400" i="1" dirty="0">
                <a:effectLst/>
              </a:rPr>
              <a:t>hard disk</a:t>
            </a:r>
            <a:r>
              <a:rPr lang="id-ID" sz="1400" dirty="0">
                <a:effectLst/>
              </a:rPr>
              <a:t> dalam anggota group tidak rusak lebih dari satu</a:t>
            </a:r>
          </a:p>
          <a:p>
            <a:pPr fontAlgn="t"/>
            <a:r>
              <a:rPr lang="id-ID" sz="1400" b="1" dirty="0">
                <a:effectLst/>
              </a:rPr>
              <a:t>Kekurangan</a:t>
            </a:r>
            <a:r>
              <a:rPr lang="id-ID" sz="1400" dirty="0">
                <a:effectLst/>
              </a:rPr>
              <a:t> : MAHAL juga seperti RAID 1 karena hanya separuh yang bisa digunakan untuk penyimpanan data.</a:t>
            </a:r>
          </a:p>
          <a:p>
            <a:pPr fontAlgn="t"/>
            <a:r>
              <a:rPr lang="id-ID" sz="1400" b="1" dirty="0">
                <a:effectLst/>
              </a:rPr>
              <a:t> </a:t>
            </a:r>
            <a:endParaRPr lang="id-ID" sz="1400" dirty="0">
              <a:effectLst/>
            </a:endParaRPr>
          </a:p>
        </p:txBody>
      </p:sp>
    </p:spTree>
    <p:extLst>
      <p:ext uri="{BB962C8B-B14F-4D97-AF65-F5344CB8AC3E}">
        <p14:creationId xmlns:p14="http://schemas.microsoft.com/office/powerpoint/2010/main" val="3694919297"/>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4744" y="437225"/>
            <a:ext cx="5064953" cy="1695631"/>
          </a:xfrm>
        </p:spPr>
        <p:txBody>
          <a:bodyPr/>
          <a:lstStyle/>
          <a:p>
            <a:r>
              <a:rPr lang="id-ID" dirty="0" smtClean="0"/>
              <a:t>RAID 5</a:t>
            </a:r>
            <a:endParaRPr lang="id-ID" dirty="0"/>
          </a:p>
        </p:txBody>
      </p:sp>
      <p:sp>
        <p:nvSpPr>
          <p:cNvPr id="3" name="Content Placeholder 2"/>
          <p:cNvSpPr>
            <a:spLocks noGrp="1"/>
          </p:cNvSpPr>
          <p:nvPr>
            <p:ph idx="1"/>
          </p:nvPr>
        </p:nvSpPr>
        <p:spPr>
          <a:xfrm>
            <a:off x="4427984" y="959716"/>
            <a:ext cx="4658735" cy="5077623"/>
          </a:xfrm>
        </p:spPr>
        <p:txBody>
          <a:bodyPr>
            <a:noAutofit/>
          </a:bodyPr>
          <a:lstStyle/>
          <a:p>
            <a:pPr fontAlgn="t"/>
            <a:r>
              <a:rPr lang="id-ID" sz="1600" b="1" dirty="0">
                <a:effectLst/>
              </a:rPr>
              <a:t>Cara kerja : </a:t>
            </a:r>
            <a:r>
              <a:rPr lang="id-ID" sz="1600" dirty="0">
                <a:effectLst/>
              </a:rPr>
              <a:t>Data disebar pada masing-masing </a:t>
            </a:r>
            <a:r>
              <a:rPr lang="id-ID" sz="1600" i="1" dirty="0">
                <a:effectLst/>
              </a:rPr>
              <a:t>hard disk</a:t>
            </a:r>
            <a:r>
              <a:rPr lang="id-ID" sz="1600" dirty="0">
                <a:effectLst/>
              </a:rPr>
              <a:t> dan masing masing</a:t>
            </a:r>
            <a:r>
              <a:rPr lang="id-ID" sz="1600" i="1" dirty="0">
                <a:effectLst/>
              </a:rPr>
              <a:t>hard disk</a:t>
            </a:r>
            <a:r>
              <a:rPr lang="id-ID" sz="1600" dirty="0">
                <a:effectLst/>
              </a:rPr>
              <a:t> terdapat sebuah </a:t>
            </a:r>
            <a:r>
              <a:rPr lang="id-ID" sz="1600" i="1" dirty="0">
                <a:effectLst/>
              </a:rPr>
              <a:t>parity</a:t>
            </a:r>
            <a:r>
              <a:rPr lang="id-ID" sz="1600" dirty="0">
                <a:effectLst/>
              </a:rPr>
              <a:t> yang bisa  dianalogikan sebagai</a:t>
            </a:r>
            <a:r>
              <a:rPr lang="id-ID" sz="1600" i="1" dirty="0">
                <a:effectLst/>
              </a:rPr>
              <a:t>image</a:t>
            </a:r>
            <a:r>
              <a:rPr lang="id-ID" sz="1600" dirty="0">
                <a:effectLst/>
              </a:rPr>
              <a:t> dari masing-masing blok data </a:t>
            </a:r>
            <a:r>
              <a:rPr lang="id-ID" sz="1600" i="1" dirty="0">
                <a:effectLst/>
              </a:rPr>
              <a:t>hard disk</a:t>
            </a:r>
            <a:r>
              <a:rPr lang="id-ID" sz="1600" dirty="0">
                <a:effectLst/>
              </a:rPr>
              <a:t> lainnya. Efisiensi penyimpanan data menggunakan 3</a:t>
            </a:r>
            <a:r>
              <a:rPr lang="id-ID" sz="1600" i="1" dirty="0">
                <a:effectLst/>
              </a:rPr>
              <a:t> hard disk</a:t>
            </a:r>
            <a:r>
              <a:rPr lang="id-ID" sz="1600" dirty="0">
                <a:effectLst/>
              </a:rPr>
              <a:t> adalah 66.7%, bila menggunakan empat </a:t>
            </a:r>
            <a:r>
              <a:rPr lang="id-ID" sz="1600" i="1" dirty="0">
                <a:effectLst/>
              </a:rPr>
              <a:t>hard disk</a:t>
            </a:r>
            <a:r>
              <a:rPr lang="id-ID" sz="1600" dirty="0">
                <a:effectLst/>
              </a:rPr>
              <a:t> efisiensi menjadi 75%</a:t>
            </a:r>
          </a:p>
          <a:p>
            <a:pPr fontAlgn="t"/>
            <a:r>
              <a:rPr lang="id-ID" sz="1600" b="1" dirty="0">
                <a:effectLst/>
              </a:rPr>
              <a:t>Contoh : </a:t>
            </a:r>
            <a:r>
              <a:rPr lang="id-ID" sz="1600" dirty="0">
                <a:effectLst/>
              </a:rPr>
              <a:t>Tiga </a:t>
            </a:r>
            <a:r>
              <a:rPr lang="id-ID" sz="1600" i="1" dirty="0">
                <a:effectLst/>
              </a:rPr>
              <a:t>hard disk</a:t>
            </a:r>
            <a:r>
              <a:rPr lang="id-ID" sz="1600" dirty="0">
                <a:effectLst/>
              </a:rPr>
              <a:t> berkapasitas 250GB dikonfigurasi RAID 5 maka kapasitas yang dapat digunakan untuk penyimpanan data adalah 500GB ((66.7/100 )x 750GB), sisa kapasitas yang tidak terdeteksi digunakan untuk penyimpanan parity.</a:t>
            </a:r>
          </a:p>
          <a:p>
            <a:pPr fontAlgn="t"/>
            <a:r>
              <a:rPr lang="id-ID" sz="1600" b="1" dirty="0">
                <a:effectLst/>
              </a:rPr>
              <a:t>Kelebihan</a:t>
            </a:r>
            <a:r>
              <a:rPr lang="id-ID" sz="1600" dirty="0">
                <a:effectLst/>
              </a:rPr>
              <a:t> : Memiliki performa </a:t>
            </a:r>
            <a:r>
              <a:rPr lang="id-ID" sz="1600" i="1" dirty="0">
                <a:effectLst/>
              </a:rPr>
              <a:t>read</a:t>
            </a:r>
            <a:r>
              <a:rPr lang="id-ID" sz="1600" dirty="0">
                <a:effectLst/>
              </a:rPr>
              <a:t> yang bagus dan performa </a:t>
            </a:r>
            <a:r>
              <a:rPr lang="id-ID" sz="1600" i="1" dirty="0">
                <a:effectLst/>
              </a:rPr>
              <a:t>write</a:t>
            </a:r>
            <a:r>
              <a:rPr lang="id-ID" sz="1600" dirty="0">
                <a:effectLst/>
              </a:rPr>
              <a:t> yang bagus pada mode </a:t>
            </a:r>
            <a:r>
              <a:rPr lang="id-ID" sz="1600" i="1" dirty="0">
                <a:effectLst/>
              </a:rPr>
              <a:t>write back</a:t>
            </a:r>
            <a:r>
              <a:rPr lang="id-ID" sz="1600" dirty="0">
                <a:effectLst/>
              </a:rPr>
              <a:t>.</a:t>
            </a:r>
          </a:p>
          <a:p>
            <a:pPr fontAlgn="t"/>
            <a:r>
              <a:rPr lang="id-ID" sz="1600" b="1" dirty="0">
                <a:effectLst/>
              </a:rPr>
              <a:t>Kekurangan </a:t>
            </a:r>
            <a:r>
              <a:rPr lang="id-ID" sz="1600" dirty="0">
                <a:effectLst/>
              </a:rPr>
              <a:t>: Penulisan data lebih lambat dibanding RAID 0 dan RAID 1 bila pada mode </a:t>
            </a:r>
            <a:r>
              <a:rPr lang="id-ID" sz="1600" i="1" dirty="0">
                <a:effectLst/>
              </a:rPr>
              <a:t>write throug</a:t>
            </a:r>
            <a:r>
              <a:rPr lang="id-ID" sz="1600" dirty="0">
                <a:effectLst/>
              </a:rPr>
              <a:t>h. Hanya memperbolehkan satu </a:t>
            </a:r>
            <a:r>
              <a:rPr lang="id-ID" sz="1600" i="1" dirty="0">
                <a:effectLst/>
              </a:rPr>
              <a:t>hard disk</a:t>
            </a:r>
            <a:r>
              <a:rPr lang="id-ID" sz="1600" dirty="0">
                <a:effectLst/>
              </a:rPr>
              <a:t>gagal.</a:t>
            </a:r>
          </a:p>
          <a:p>
            <a:pPr fontAlgn="t"/>
            <a:r>
              <a:rPr lang="id-ID" sz="1600" b="1" dirty="0">
                <a:effectLst/>
              </a:rPr>
              <a:t> </a:t>
            </a:r>
            <a:endParaRPr lang="id-ID" sz="1600" dirty="0">
              <a:effectLst/>
            </a:endParaRPr>
          </a:p>
        </p:txBody>
      </p:sp>
    </p:spTree>
    <p:extLst>
      <p:ext uri="{BB962C8B-B14F-4D97-AF65-F5344CB8AC3E}">
        <p14:creationId xmlns:p14="http://schemas.microsoft.com/office/powerpoint/2010/main" val="4160053697"/>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8760" y="476672"/>
            <a:ext cx="5064953" cy="1695631"/>
          </a:xfrm>
        </p:spPr>
        <p:txBody>
          <a:bodyPr/>
          <a:lstStyle/>
          <a:p>
            <a:r>
              <a:rPr lang="id-ID" dirty="0" smtClean="0"/>
              <a:t>RAID 1</a:t>
            </a:r>
            <a:endParaRPr lang="id-ID" dirty="0"/>
          </a:p>
        </p:txBody>
      </p:sp>
      <p:sp>
        <p:nvSpPr>
          <p:cNvPr id="3" name="Content Placeholder 2"/>
          <p:cNvSpPr>
            <a:spLocks noGrp="1"/>
          </p:cNvSpPr>
          <p:nvPr>
            <p:ph idx="1"/>
          </p:nvPr>
        </p:nvSpPr>
        <p:spPr>
          <a:xfrm>
            <a:off x="4089729" y="1052736"/>
            <a:ext cx="4658735" cy="5077623"/>
          </a:xfrm>
        </p:spPr>
        <p:txBody>
          <a:bodyPr>
            <a:noAutofit/>
          </a:bodyPr>
          <a:lstStyle/>
          <a:p>
            <a:pPr fontAlgn="t"/>
            <a:r>
              <a:rPr lang="id-ID" sz="1600" b="1" dirty="0">
                <a:effectLst/>
              </a:rPr>
              <a:t>Cara kerja</a:t>
            </a:r>
            <a:r>
              <a:rPr lang="id-ID" sz="1600" dirty="0">
                <a:effectLst/>
              </a:rPr>
              <a:t> </a:t>
            </a:r>
            <a:r>
              <a:rPr lang="id-ID" sz="1600" b="1" dirty="0">
                <a:effectLst/>
              </a:rPr>
              <a:t>:</a:t>
            </a:r>
            <a:r>
              <a:rPr lang="id-ID" sz="1600" dirty="0">
                <a:effectLst/>
              </a:rPr>
              <a:t> Separuh dari jumlah </a:t>
            </a:r>
            <a:r>
              <a:rPr lang="id-ID" sz="1600" i="1" dirty="0">
                <a:effectLst/>
              </a:rPr>
              <a:t>hard disk</a:t>
            </a:r>
            <a:r>
              <a:rPr lang="id-ID" sz="1600" dirty="0">
                <a:effectLst/>
              </a:rPr>
              <a:t> yang diposisikan sebagai RAID 1 digunakan sebagai </a:t>
            </a:r>
            <a:r>
              <a:rPr lang="id-ID" sz="1600" i="1" dirty="0">
                <a:effectLst/>
              </a:rPr>
              <a:t>mirror</a:t>
            </a:r>
            <a:r>
              <a:rPr lang="id-ID" sz="1600" dirty="0">
                <a:effectLst/>
              </a:rPr>
              <a:t>. Dengan kata lain bahwa hanya satu</a:t>
            </a:r>
            <a:r>
              <a:rPr lang="id-ID" sz="1600" i="1" dirty="0">
                <a:effectLst/>
              </a:rPr>
              <a:t>hard disk</a:t>
            </a:r>
            <a:r>
              <a:rPr lang="id-ID" sz="1600" dirty="0">
                <a:effectLst/>
              </a:rPr>
              <a:t> sebagai penyimpanan data, yang lain berfungsi sebagai mirror atau</a:t>
            </a:r>
            <a:r>
              <a:rPr lang="id-ID" sz="1600" i="1" dirty="0">
                <a:effectLst/>
              </a:rPr>
              <a:t> backup</a:t>
            </a:r>
            <a:r>
              <a:rPr lang="id-ID" sz="1600" dirty="0">
                <a:effectLst/>
              </a:rPr>
              <a:t> data dari </a:t>
            </a:r>
            <a:r>
              <a:rPr lang="id-ID" sz="1600" i="1" dirty="0">
                <a:effectLst/>
              </a:rPr>
              <a:t>hard disk</a:t>
            </a:r>
            <a:r>
              <a:rPr lang="id-ID" sz="1600" dirty="0">
                <a:effectLst/>
              </a:rPr>
              <a:t> lainnya.</a:t>
            </a:r>
          </a:p>
          <a:p>
            <a:pPr fontAlgn="t"/>
            <a:r>
              <a:rPr lang="id-ID" sz="1600" b="1" dirty="0">
                <a:effectLst/>
              </a:rPr>
              <a:t>Contoh</a:t>
            </a:r>
            <a:r>
              <a:rPr lang="id-ID" sz="1600" dirty="0">
                <a:effectLst/>
              </a:rPr>
              <a:t> </a:t>
            </a:r>
            <a:r>
              <a:rPr lang="id-ID" sz="1600" b="1" dirty="0">
                <a:effectLst/>
              </a:rPr>
              <a:t>: </a:t>
            </a:r>
            <a:r>
              <a:rPr lang="id-ID" sz="1600" dirty="0">
                <a:effectLst/>
              </a:rPr>
              <a:t>Dua </a:t>
            </a:r>
            <a:r>
              <a:rPr lang="id-ID" sz="1600" i="1" dirty="0">
                <a:effectLst/>
              </a:rPr>
              <a:t>hard disk</a:t>
            </a:r>
            <a:r>
              <a:rPr lang="id-ID" sz="1600" dirty="0">
                <a:effectLst/>
              </a:rPr>
              <a:t> berkapasitas 250GB dikonfigurasikan dengan RAID 1, maka hanya satu </a:t>
            </a:r>
            <a:r>
              <a:rPr lang="id-ID" sz="1600" i="1" dirty="0">
                <a:effectLst/>
              </a:rPr>
              <a:t>hard disk</a:t>
            </a:r>
            <a:r>
              <a:rPr lang="id-ID" sz="1600" dirty="0">
                <a:effectLst/>
              </a:rPr>
              <a:t> ( 250 GB) yang dapat digunakan sebagai penyimpanan data, hard disk yang lain (250 GB)  diugunakan sebagai </a:t>
            </a:r>
            <a:r>
              <a:rPr lang="id-ID" sz="1600" i="1" dirty="0">
                <a:effectLst/>
              </a:rPr>
              <a:t>mirror</a:t>
            </a:r>
            <a:r>
              <a:rPr lang="id-ID" sz="1600" dirty="0">
                <a:effectLst/>
              </a:rPr>
              <a:t> atau </a:t>
            </a:r>
            <a:r>
              <a:rPr lang="id-ID" sz="1600" i="1" dirty="0">
                <a:effectLst/>
              </a:rPr>
              <a:t>backup</a:t>
            </a:r>
            <a:r>
              <a:rPr lang="id-ID" sz="1600" dirty="0">
                <a:effectLst/>
              </a:rPr>
              <a:t>.</a:t>
            </a:r>
          </a:p>
          <a:p>
            <a:pPr fontAlgn="t"/>
            <a:r>
              <a:rPr lang="id-ID" sz="1600" b="1" dirty="0">
                <a:effectLst/>
              </a:rPr>
              <a:t>Kelebihan : </a:t>
            </a:r>
            <a:r>
              <a:rPr lang="id-ID" sz="1600" dirty="0">
                <a:effectLst/>
              </a:rPr>
              <a:t>Jika salah satu </a:t>
            </a:r>
            <a:r>
              <a:rPr lang="id-ID" sz="1600" i="1" dirty="0">
                <a:effectLst/>
              </a:rPr>
              <a:t>hard disk</a:t>
            </a:r>
            <a:r>
              <a:rPr lang="id-ID" sz="1600" dirty="0">
                <a:effectLst/>
              </a:rPr>
              <a:t> yang berfungsi sebagai penyimpanan data bermasalah, maka </a:t>
            </a:r>
            <a:r>
              <a:rPr lang="id-ID" sz="1600" i="1" dirty="0">
                <a:effectLst/>
              </a:rPr>
              <a:t>hard disk</a:t>
            </a:r>
            <a:r>
              <a:rPr lang="id-ID" sz="1600" dirty="0">
                <a:effectLst/>
              </a:rPr>
              <a:t> </a:t>
            </a:r>
            <a:r>
              <a:rPr lang="id-ID" sz="1600" i="1" dirty="0">
                <a:effectLst/>
              </a:rPr>
              <a:t>mirror</a:t>
            </a:r>
            <a:r>
              <a:rPr lang="id-ID" sz="1600" dirty="0">
                <a:effectLst/>
              </a:rPr>
              <a:t> akan secara otomatis menggantikan </a:t>
            </a:r>
            <a:r>
              <a:rPr lang="id-ID" sz="1600" i="1" dirty="0">
                <a:effectLst/>
              </a:rPr>
              <a:t>hard disk</a:t>
            </a:r>
            <a:r>
              <a:rPr lang="id-ID" sz="1600" dirty="0">
                <a:effectLst/>
              </a:rPr>
              <a:t> yang rusak atau bermasalah, data tetap utuh.</a:t>
            </a:r>
          </a:p>
          <a:p>
            <a:pPr fontAlgn="t"/>
            <a:r>
              <a:rPr lang="id-ID" sz="1600" b="1" dirty="0">
                <a:effectLst/>
              </a:rPr>
              <a:t>Kekurangan</a:t>
            </a:r>
            <a:r>
              <a:rPr lang="id-ID" sz="1600" dirty="0">
                <a:effectLst/>
              </a:rPr>
              <a:t> : RAID 1 bisa dikatakan MAHAL, karena hanya setengah dari jumlah</a:t>
            </a:r>
            <a:r>
              <a:rPr lang="id-ID" sz="1600" i="1" dirty="0">
                <a:effectLst/>
              </a:rPr>
              <a:t>hard disk</a:t>
            </a:r>
            <a:r>
              <a:rPr lang="id-ID" sz="1600" dirty="0">
                <a:effectLst/>
              </a:rPr>
              <a:t> yang dimiliki yang dapat dijadikan tempat penyimpanan data.</a:t>
            </a:r>
          </a:p>
          <a:p>
            <a:pPr fontAlgn="t"/>
            <a:r>
              <a:rPr lang="id-ID" sz="1600" b="1" dirty="0">
                <a:effectLst/>
              </a:rPr>
              <a:t> </a:t>
            </a:r>
            <a:endParaRPr lang="id-ID" sz="1600" dirty="0">
              <a:effectLst/>
            </a:endParaRPr>
          </a:p>
          <a:p>
            <a:endParaRPr lang="id-ID" sz="1600" dirty="0"/>
          </a:p>
        </p:txBody>
      </p:sp>
    </p:spTree>
    <p:extLst>
      <p:ext uri="{BB962C8B-B14F-4D97-AF65-F5344CB8AC3E}">
        <p14:creationId xmlns:p14="http://schemas.microsoft.com/office/powerpoint/2010/main" val="1180144347"/>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4744" y="548680"/>
            <a:ext cx="5064953" cy="1695631"/>
          </a:xfrm>
        </p:spPr>
        <p:txBody>
          <a:bodyPr/>
          <a:lstStyle/>
          <a:p>
            <a:r>
              <a:rPr lang="id-ID" dirty="0" smtClean="0"/>
              <a:t>RAID 6</a:t>
            </a:r>
            <a:endParaRPr lang="id-ID" dirty="0"/>
          </a:p>
        </p:txBody>
      </p:sp>
      <p:sp>
        <p:nvSpPr>
          <p:cNvPr id="3" name="Content Placeholder 2"/>
          <p:cNvSpPr>
            <a:spLocks noGrp="1"/>
          </p:cNvSpPr>
          <p:nvPr>
            <p:ph idx="1"/>
          </p:nvPr>
        </p:nvSpPr>
        <p:spPr>
          <a:xfrm>
            <a:off x="4211960" y="959716"/>
            <a:ext cx="4658735" cy="5077623"/>
          </a:xfrm>
        </p:spPr>
        <p:txBody>
          <a:bodyPr>
            <a:noAutofit/>
          </a:bodyPr>
          <a:lstStyle/>
          <a:p>
            <a:pPr fontAlgn="t"/>
            <a:r>
              <a:rPr lang="id-ID" sz="1400" b="1" dirty="0">
                <a:effectLst/>
              </a:rPr>
              <a:t>Cara kerja : </a:t>
            </a:r>
            <a:r>
              <a:rPr lang="id-ID" sz="1400" dirty="0">
                <a:effectLst/>
              </a:rPr>
              <a:t>Data disebar pada empat </a:t>
            </a:r>
            <a:r>
              <a:rPr lang="id-ID" sz="1400" i="1" dirty="0">
                <a:effectLst/>
              </a:rPr>
              <a:t>hard disk</a:t>
            </a:r>
            <a:r>
              <a:rPr lang="id-ID" sz="1400" dirty="0">
                <a:effectLst/>
              </a:rPr>
              <a:t> dan </a:t>
            </a:r>
            <a:r>
              <a:rPr lang="id-ID" sz="1400" dirty="0" smtClean="0">
                <a:effectLst/>
              </a:rPr>
              <a:t>masing </a:t>
            </a:r>
            <a:r>
              <a:rPr lang="id-ID" sz="1400" dirty="0">
                <a:effectLst/>
              </a:rPr>
              <a:t>masing </a:t>
            </a:r>
            <a:r>
              <a:rPr lang="id-ID" sz="1400" i="1" dirty="0">
                <a:effectLst/>
              </a:rPr>
              <a:t>hard disk</a:t>
            </a:r>
            <a:r>
              <a:rPr lang="id-ID" sz="1400" dirty="0">
                <a:effectLst/>
              </a:rPr>
              <a:t>terdapat dua </a:t>
            </a:r>
            <a:r>
              <a:rPr lang="id-ID" sz="1400" i="1" dirty="0">
                <a:effectLst/>
              </a:rPr>
              <a:t>parity</a:t>
            </a:r>
            <a:r>
              <a:rPr lang="id-ID" sz="1400" dirty="0">
                <a:effectLst/>
              </a:rPr>
              <a:t> yang bisa  dianalogikan sebagai </a:t>
            </a:r>
            <a:r>
              <a:rPr lang="id-ID" sz="1400" i="1" dirty="0">
                <a:effectLst/>
              </a:rPr>
              <a:t>image</a:t>
            </a:r>
            <a:r>
              <a:rPr lang="id-ID" sz="1400" dirty="0">
                <a:effectLst/>
              </a:rPr>
              <a:t> dari masing-masing blok data </a:t>
            </a:r>
            <a:r>
              <a:rPr lang="id-ID" sz="1400" i="1" dirty="0">
                <a:effectLst/>
              </a:rPr>
              <a:t>hard disk</a:t>
            </a:r>
            <a:r>
              <a:rPr lang="id-ID" sz="1400" dirty="0">
                <a:effectLst/>
              </a:rPr>
              <a:t> lainnya. Efisiensi penyimpanan data menggunakan empat</a:t>
            </a:r>
            <a:r>
              <a:rPr lang="id-ID" sz="1400" i="1" dirty="0">
                <a:effectLst/>
              </a:rPr>
              <a:t> hard disk</a:t>
            </a:r>
            <a:r>
              <a:rPr lang="id-ID" sz="1400" dirty="0">
                <a:effectLst/>
              </a:rPr>
              <a:t>adalah 50%, bila menggunakan delapan </a:t>
            </a:r>
            <a:r>
              <a:rPr lang="id-ID" sz="1400" i="1" dirty="0">
                <a:effectLst/>
              </a:rPr>
              <a:t>hard disk</a:t>
            </a:r>
            <a:r>
              <a:rPr lang="id-ID" sz="1400" dirty="0">
                <a:effectLst/>
              </a:rPr>
              <a:t> efisiensi menjadi 75%.</a:t>
            </a:r>
          </a:p>
          <a:p>
            <a:pPr fontAlgn="t"/>
            <a:r>
              <a:rPr lang="id-ID" sz="1400" b="1" dirty="0">
                <a:effectLst/>
              </a:rPr>
              <a:t> </a:t>
            </a:r>
            <a:endParaRPr lang="id-ID" sz="1400" dirty="0">
              <a:effectLst/>
            </a:endParaRPr>
          </a:p>
          <a:p>
            <a:pPr fontAlgn="t"/>
            <a:r>
              <a:rPr lang="id-ID" sz="1400" b="1" dirty="0">
                <a:effectLst/>
              </a:rPr>
              <a:t>Contoh : </a:t>
            </a:r>
            <a:r>
              <a:rPr lang="id-ID" sz="1400" dirty="0">
                <a:effectLst/>
              </a:rPr>
              <a:t>empat </a:t>
            </a:r>
            <a:r>
              <a:rPr lang="id-ID" sz="1400" i="1" dirty="0">
                <a:effectLst/>
              </a:rPr>
              <a:t>hard disk</a:t>
            </a:r>
            <a:r>
              <a:rPr lang="id-ID" sz="1400" dirty="0">
                <a:effectLst/>
              </a:rPr>
              <a:t> berkapasitas 250GB dikonfigurasi RAID 6 maka kapasitas yang dapat digunakan untuk penyimpanan data adalah 500GB ((50/100 )x 1000GB), sisa kapasitas yang tidak terdeteksi digunakan untuk penyimpanan parity.</a:t>
            </a:r>
          </a:p>
          <a:p>
            <a:pPr fontAlgn="t"/>
            <a:r>
              <a:rPr lang="id-ID" sz="1400" b="1" dirty="0">
                <a:effectLst/>
              </a:rPr>
              <a:t> </a:t>
            </a:r>
            <a:endParaRPr lang="id-ID" sz="1400" dirty="0">
              <a:effectLst/>
            </a:endParaRPr>
          </a:p>
          <a:p>
            <a:pPr fontAlgn="t"/>
            <a:r>
              <a:rPr lang="id-ID" sz="1400" b="1" dirty="0">
                <a:effectLst/>
              </a:rPr>
              <a:t>Kelebihan</a:t>
            </a:r>
            <a:r>
              <a:rPr lang="id-ID" sz="1400" dirty="0">
                <a:effectLst/>
              </a:rPr>
              <a:t> : Memiliki performa </a:t>
            </a:r>
            <a:r>
              <a:rPr lang="id-ID" sz="1400" i="1" dirty="0">
                <a:effectLst/>
              </a:rPr>
              <a:t>read</a:t>
            </a:r>
            <a:r>
              <a:rPr lang="id-ID" sz="1400" dirty="0">
                <a:effectLst/>
              </a:rPr>
              <a:t> yang bagus dan performa </a:t>
            </a:r>
            <a:r>
              <a:rPr lang="id-ID" sz="1400" i="1" dirty="0">
                <a:effectLst/>
              </a:rPr>
              <a:t>write</a:t>
            </a:r>
            <a:r>
              <a:rPr lang="id-ID" sz="1400" dirty="0">
                <a:effectLst/>
              </a:rPr>
              <a:t> yang bagus pada mode </a:t>
            </a:r>
            <a:r>
              <a:rPr lang="id-ID" sz="1400" i="1" dirty="0">
                <a:effectLst/>
              </a:rPr>
              <a:t>write back</a:t>
            </a:r>
            <a:r>
              <a:rPr lang="id-ID" sz="1400" dirty="0">
                <a:effectLst/>
              </a:rPr>
              <a:t> (masih dibawah RAID 5). Mengijinkan dua </a:t>
            </a:r>
            <a:r>
              <a:rPr lang="id-ID" sz="1400" i="1" dirty="0">
                <a:effectLst/>
              </a:rPr>
              <a:t>hard disk</a:t>
            </a:r>
            <a:r>
              <a:rPr lang="id-ID" sz="1400" dirty="0">
                <a:effectLst/>
              </a:rPr>
              <a:t> gagal.</a:t>
            </a:r>
          </a:p>
          <a:p>
            <a:pPr fontAlgn="t"/>
            <a:r>
              <a:rPr lang="id-ID" sz="1400" b="1" dirty="0">
                <a:effectLst/>
              </a:rPr>
              <a:t> </a:t>
            </a:r>
            <a:endParaRPr lang="id-ID" sz="1400" dirty="0">
              <a:effectLst/>
            </a:endParaRPr>
          </a:p>
          <a:p>
            <a:pPr fontAlgn="t"/>
            <a:r>
              <a:rPr lang="id-ID" sz="1400" b="1" dirty="0">
                <a:effectLst/>
              </a:rPr>
              <a:t>Kekurangan </a:t>
            </a:r>
            <a:r>
              <a:rPr lang="id-ID" sz="1400" dirty="0">
                <a:effectLst/>
              </a:rPr>
              <a:t>: Penulisan data lebih lambat dibanding RAID 0 dan RAID 1 dan RAID 5 bila pada mode </a:t>
            </a:r>
            <a:r>
              <a:rPr lang="id-ID" sz="1400" i="1" dirty="0">
                <a:effectLst/>
              </a:rPr>
              <a:t>write throug</a:t>
            </a:r>
            <a:r>
              <a:rPr lang="id-ID" sz="1400" dirty="0">
                <a:effectLst/>
              </a:rPr>
              <a:t>h.</a:t>
            </a:r>
          </a:p>
          <a:p>
            <a:endParaRPr lang="id-ID" sz="1400" dirty="0"/>
          </a:p>
        </p:txBody>
      </p:sp>
    </p:spTree>
    <p:extLst>
      <p:ext uri="{BB962C8B-B14F-4D97-AF65-F5344CB8AC3E}">
        <p14:creationId xmlns:p14="http://schemas.microsoft.com/office/powerpoint/2010/main" val="959463863"/>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8720" y="581241"/>
            <a:ext cx="5064953" cy="1695631"/>
          </a:xfrm>
        </p:spPr>
        <p:txBody>
          <a:bodyPr/>
          <a:lstStyle/>
          <a:p>
            <a:r>
              <a:rPr lang="id-ID" dirty="0" smtClean="0"/>
              <a:t>RAID 1E</a:t>
            </a:r>
            <a:endParaRPr lang="id-ID" dirty="0"/>
          </a:p>
        </p:txBody>
      </p:sp>
      <p:sp>
        <p:nvSpPr>
          <p:cNvPr id="3" name="Content Placeholder 2"/>
          <p:cNvSpPr>
            <a:spLocks noGrp="1"/>
          </p:cNvSpPr>
          <p:nvPr>
            <p:ph idx="1"/>
          </p:nvPr>
        </p:nvSpPr>
        <p:spPr>
          <a:xfrm>
            <a:off x="4283968" y="959716"/>
            <a:ext cx="4658735" cy="5077623"/>
          </a:xfrm>
        </p:spPr>
        <p:txBody>
          <a:bodyPr>
            <a:normAutofit fontScale="55000" lnSpcReduction="20000"/>
          </a:bodyPr>
          <a:lstStyle/>
          <a:p>
            <a:pPr fontAlgn="t"/>
            <a:r>
              <a:rPr lang="id-ID" b="1" dirty="0">
                <a:effectLst/>
              </a:rPr>
              <a:t>Cara kerja</a:t>
            </a:r>
            <a:r>
              <a:rPr lang="id-ID" dirty="0">
                <a:effectLst/>
              </a:rPr>
              <a:t> </a:t>
            </a:r>
            <a:r>
              <a:rPr lang="id-ID" b="1" dirty="0">
                <a:effectLst/>
              </a:rPr>
              <a:t>:</a:t>
            </a:r>
            <a:r>
              <a:rPr lang="id-ID" dirty="0">
                <a:effectLst/>
              </a:rPr>
              <a:t> Cara kerja sama persis seperti RAID 1 hanya saja RAID 1E memiliki jumlah hard disk minimal tiga </a:t>
            </a:r>
            <a:r>
              <a:rPr lang="id-ID" i="1" dirty="0">
                <a:effectLst/>
              </a:rPr>
              <a:t>hard disk</a:t>
            </a:r>
            <a:r>
              <a:rPr lang="id-ID" dirty="0">
                <a:effectLst/>
              </a:rPr>
              <a:t>. Setiap blok data memliki duplikat blok data pada kedua </a:t>
            </a:r>
            <a:r>
              <a:rPr lang="id-ID" i="1" dirty="0">
                <a:effectLst/>
              </a:rPr>
              <a:t>hard disk</a:t>
            </a:r>
            <a:r>
              <a:rPr lang="id-ID" dirty="0">
                <a:effectLst/>
              </a:rPr>
              <a:t> yang lain.</a:t>
            </a:r>
          </a:p>
          <a:p>
            <a:pPr fontAlgn="t"/>
            <a:r>
              <a:rPr lang="id-ID" b="1" dirty="0">
                <a:effectLst/>
              </a:rPr>
              <a:t> </a:t>
            </a:r>
            <a:endParaRPr lang="id-ID" dirty="0">
              <a:effectLst/>
            </a:endParaRPr>
          </a:p>
          <a:p>
            <a:pPr fontAlgn="t"/>
            <a:r>
              <a:rPr lang="id-ID" b="1" dirty="0">
                <a:effectLst/>
              </a:rPr>
              <a:t>Contoh</a:t>
            </a:r>
            <a:r>
              <a:rPr lang="id-ID" dirty="0">
                <a:effectLst/>
              </a:rPr>
              <a:t> </a:t>
            </a:r>
            <a:r>
              <a:rPr lang="id-ID" b="1" dirty="0">
                <a:effectLst/>
              </a:rPr>
              <a:t>: </a:t>
            </a:r>
            <a:r>
              <a:rPr lang="id-ID" dirty="0">
                <a:effectLst/>
              </a:rPr>
              <a:t>Tiga </a:t>
            </a:r>
            <a:r>
              <a:rPr lang="id-ID" i="1" dirty="0">
                <a:effectLst/>
              </a:rPr>
              <a:t>hard disk</a:t>
            </a:r>
            <a:r>
              <a:rPr lang="id-ID" dirty="0">
                <a:effectLst/>
              </a:rPr>
              <a:t> berkapasitas 250GB dikonfigurasikan dengan RAID 1, maka hanya separuh kapasitas yang terseteksi (375GB) yang dapat digunakan sebagai penyimpanan data.</a:t>
            </a:r>
          </a:p>
          <a:p>
            <a:pPr fontAlgn="t"/>
            <a:r>
              <a:rPr lang="id-ID" b="1" dirty="0">
                <a:effectLst/>
              </a:rPr>
              <a:t> </a:t>
            </a:r>
            <a:endParaRPr lang="id-ID" dirty="0">
              <a:effectLst/>
            </a:endParaRPr>
          </a:p>
          <a:p>
            <a:pPr fontAlgn="t"/>
            <a:r>
              <a:rPr lang="id-ID" b="1" dirty="0">
                <a:effectLst/>
              </a:rPr>
              <a:t>Kelebihan : </a:t>
            </a:r>
            <a:r>
              <a:rPr lang="id-ID" dirty="0">
                <a:effectLst/>
              </a:rPr>
              <a:t>Performance RAID 1 yang memperbolehkan lebih dari 1 hard disk.</a:t>
            </a:r>
          </a:p>
          <a:p>
            <a:pPr fontAlgn="t"/>
            <a:r>
              <a:rPr lang="id-ID" b="1" dirty="0">
                <a:effectLst/>
              </a:rPr>
              <a:t> </a:t>
            </a:r>
            <a:endParaRPr lang="id-ID" dirty="0">
              <a:effectLst/>
            </a:endParaRPr>
          </a:p>
          <a:p>
            <a:pPr fontAlgn="t"/>
            <a:r>
              <a:rPr lang="id-ID" b="1" dirty="0">
                <a:effectLst/>
              </a:rPr>
              <a:t>Kekurangan</a:t>
            </a:r>
            <a:r>
              <a:rPr lang="id-ID" dirty="0">
                <a:effectLst/>
              </a:rPr>
              <a:t> : Hanya memperbolehkan satu hard disk gagal dan hanya separuh dari total kapasitas </a:t>
            </a:r>
            <a:r>
              <a:rPr lang="id-ID" i="1" dirty="0">
                <a:effectLst/>
              </a:rPr>
              <a:t>hard disk</a:t>
            </a:r>
            <a:r>
              <a:rPr lang="id-ID" dirty="0">
                <a:effectLst/>
              </a:rPr>
              <a:t> yang dapat digunakan sebagai tempat penyimpanan data.</a:t>
            </a:r>
          </a:p>
          <a:p>
            <a:pPr fontAlgn="t"/>
            <a:r>
              <a:rPr lang="id-ID" b="1" dirty="0">
                <a:effectLst/>
              </a:rPr>
              <a:t/>
            </a:r>
            <a:br>
              <a:rPr lang="id-ID" b="1" dirty="0">
                <a:effectLst/>
              </a:rPr>
            </a:br>
            <a:endParaRPr lang="id-ID" dirty="0">
              <a:effectLst/>
            </a:endParaRPr>
          </a:p>
          <a:p>
            <a:endParaRPr lang="id-ID" dirty="0"/>
          </a:p>
        </p:txBody>
      </p:sp>
    </p:spTree>
    <p:extLst>
      <p:ext uri="{BB962C8B-B14F-4D97-AF65-F5344CB8AC3E}">
        <p14:creationId xmlns:p14="http://schemas.microsoft.com/office/powerpoint/2010/main" val="2389074450"/>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6712" y="620688"/>
            <a:ext cx="5064953" cy="1695631"/>
          </a:xfrm>
        </p:spPr>
        <p:txBody>
          <a:bodyPr/>
          <a:lstStyle/>
          <a:p>
            <a:r>
              <a:rPr lang="id-ID" dirty="0" smtClean="0"/>
              <a:t>RAID 50</a:t>
            </a:r>
            <a:endParaRPr lang="id-ID" dirty="0"/>
          </a:p>
        </p:txBody>
      </p:sp>
      <p:sp>
        <p:nvSpPr>
          <p:cNvPr id="3" name="Content Placeholder 2"/>
          <p:cNvSpPr>
            <a:spLocks noGrp="1"/>
          </p:cNvSpPr>
          <p:nvPr>
            <p:ph idx="1"/>
          </p:nvPr>
        </p:nvSpPr>
        <p:spPr>
          <a:xfrm>
            <a:off x="4161737" y="959716"/>
            <a:ext cx="4658735" cy="5077623"/>
          </a:xfrm>
        </p:spPr>
        <p:txBody>
          <a:bodyPr>
            <a:noAutofit/>
          </a:bodyPr>
          <a:lstStyle/>
          <a:p>
            <a:pPr fontAlgn="t"/>
            <a:r>
              <a:rPr lang="id-ID" sz="1600" b="1" dirty="0">
                <a:effectLst/>
              </a:rPr>
              <a:t>Cara kerja :</a:t>
            </a:r>
            <a:br>
              <a:rPr lang="id-ID" sz="1600" b="1" dirty="0">
                <a:effectLst/>
              </a:rPr>
            </a:br>
            <a:r>
              <a:rPr lang="id-ID" sz="1600" dirty="0">
                <a:effectLst/>
              </a:rPr>
              <a:t>Data di-</a:t>
            </a:r>
            <a:r>
              <a:rPr lang="id-ID" sz="1600" i="1" dirty="0">
                <a:effectLst/>
              </a:rPr>
              <a:t>stripe</a:t>
            </a:r>
            <a:r>
              <a:rPr lang="id-ID" sz="1600" dirty="0">
                <a:effectLst/>
              </a:rPr>
              <a:t> kedua </a:t>
            </a:r>
            <a:r>
              <a:rPr lang="id-ID" sz="1600" i="1" dirty="0">
                <a:effectLst/>
              </a:rPr>
              <a:t>array disk</a:t>
            </a:r>
            <a:r>
              <a:rPr lang="id-ID" sz="1600" dirty="0">
                <a:effectLst/>
              </a:rPr>
              <a:t> (RAID 0) kemudian pada setiap </a:t>
            </a:r>
            <a:r>
              <a:rPr lang="id-ID" sz="1600" i="1" dirty="0">
                <a:effectLst/>
              </a:rPr>
              <a:t>array</a:t>
            </a:r>
            <a:r>
              <a:rPr lang="id-ID" sz="1600" dirty="0">
                <a:effectLst/>
              </a:rPr>
              <a:t> data di-</a:t>
            </a:r>
            <a:r>
              <a:rPr lang="id-ID" sz="1600" i="1" dirty="0">
                <a:effectLst/>
              </a:rPr>
              <a:t>stripe</a:t>
            </a:r>
            <a:r>
              <a:rPr lang="id-ID" sz="1600" dirty="0">
                <a:effectLst/>
              </a:rPr>
              <a:t> lagi dengan satu parity (RAID 5). Minimal membutuhkan enam </a:t>
            </a:r>
            <a:r>
              <a:rPr lang="id-ID" sz="1600" i="1" dirty="0">
                <a:effectLst/>
              </a:rPr>
              <a:t>hard disk</a:t>
            </a:r>
            <a:r>
              <a:rPr lang="id-ID" sz="1600" dirty="0">
                <a:effectLst/>
              </a:rPr>
              <a:t>. RAID 50 merupakan penggabungan antara RAID 5 dan RAID 0</a:t>
            </a:r>
          </a:p>
          <a:p>
            <a:pPr fontAlgn="t"/>
            <a:r>
              <a:rPr lang="id-ID" sz="1600" b="1" dirty="0">
                <a:effectLst/>
              </a:rPr>
              <a:t> </a:t>
            </a:r>
            <a:endParaRPr lang="id-ID" sz="1600" dirty="0">
              <a:effectLst/>
            </a:endParaRPr>
          </a:p>
          <a:p>
            <a:pPr fontAlgn="t"/>
            <a:r>
              <a:rPr lang="id-ID" sz="1600" b="1" dirty="0">
                <a:effectLst/>
              </a:rPr>
              <a:t>Contoh : </a:t>
            </a:r>
            <a:r>
              <a:rPr lang="id-ID" sz="1600" dirty="0">
                <a:effectLst/>
              </a:rPr>
              <a:t>enam </a:t>
            </a:r>
            <a:r>
              <a:rPr lang="id-ID" sz="1600" i="1" dirty="0">
                <a:effectLst/>
              </a:rPr>
              <a:t>hard disk</a:t>
            </a:r>
            <a:r>
              <a:rPr lang="id-ID" sz="1600" dirty="0">
                <a:effectLst/>
              </a:rPr>
              <a:t> berkapasitas 250GB dikonfigurasi RAID 5 maka kapasitas yang dapat digunakan untuk penyimpanan data adalah 1000GB ((66.7/100 )x 1500GB), sisa kapasitas yang tidak terdeteksi digunakan untuk penyimpanan parity.</a:t>
            </a:r>
          </a:p>
          <a:p>
            <a:pPr fontAlgn="t"/>
            <a:r>
              <a:rPr lang="id-ID" sz="1600" b="1" dirty="0">
                <a:effectLst/>
              </a:rPr>
              <a:t> </a:t>
            </a:r>
            <a:endParaRPr lang="id-ID" sz="1600" dirty="0">
              <a:effectLst/>
            </a:endParaRPr>
          </a:p>
          <a:p>
            <a:pPr fontAlgn="t"/>
            <a:r>
              <a:rPr lang="id-ID" sz="1600" b="1" dirty="0">
                <a:effectLst/>
              </a:rPr>
              <a:t>Kelebihan</a:t>
            </a:r>
            <a:r>
              <a:rPr lang="id-ID" sz="1600" dirty="0">
                <a:effectLst/>
              </a:rPr>
              <a:t> : Memiliki performa </a:t>
            </a:r>
            <a:r>
              <a:rPr lang="id-ID" sz="1600" i="1" dirty="0">
                <a:effectLst/>
              </a:rPr>
              <a:t>read</a:t>
            </a:r>
            <a:r>
              <a:rPr lang="id-ID" sz="1600" dirty="0">
                <a:effectLst/>
              </a:rPr>
              <a:t>/</a:t>
            </a:r>
            <a:r>
              <a:rPr lang="id-ID" sz="1600" i="1" dirty="0">
                <a:effectLst/>
              </a:rPr>
              <a:t>write</a:t>
            </a:r>
            <a:r>
              <a:rPr lang="id-ID" sz="1600" dirty="0">
                <a:effectLst/>
              </a:rPr>
              <a:t> yang lebih baik dari pada RAID 5. Memperbolehkan total dua </a:t>
            </a:r>
            <a:r>
              <a:rPr lang="id-ID" sz="1600" i="1" dirty="0">
                <a:effectLst/>
              </a:rPr>
              <a:t>hard disk</a:t>
            </a:r>
            <a:r>
              <a:rPr lang="id-ID" sz="1600" dirty="0">
                <a:effectLst/>
              </a:rPr>
              <a:t> gagal (setiap </a:t>
            </a:r>
            <a:r>
              <a:rPr lang="id-ID" sz="1600" i="1" dirty="0">
                <a:effectLst/>
              </a:rPr>
              <a:t>array</a:t>
            </a:r>
            <a:r>
              <a:rPr lang="id-ID" sz="1600" dirty="0">
                <a:effectLst/>
              </a:rPr>
              <a:t> maksimal satu</a:t>
            </a:r>
            <a:r>
              <a:rPr lang="id-ID" sz="1600" i="1" dirty="0">
                <a:effectLst/>
              </a:rPr>
              <a:t> hard disk</a:t>
            </a:r>
            <a:r>
              <a:rPr lang="id-ID" sz="1600" dirty="0">
                <a:effectLst/>
              </a:rPr>
              <a:t>rusak).</a:t>
            </a:r>
          </a:p>
          <a:p>
            <a:pPr fontAlgn="t"/>
            <a:r>
              <a:rPr lang="id-ID" sz="1600" b="1" dirty="0">
                <a:effectLst/>
              </a:rPr>
              <a:t> </a:t>
            </a:r>
            <a:endParaRPr lang="id-ID" sz="1600" dirty="0">
              <a:effectLst/>
            </a:endParaRPr>
          </a:p>
          <a:p>
            <a:pPr fontAlgn="t"/>
            <a:r>
              <a:rPr lang="id-ID" sz="1600" b="1" dirty="0">
                <a:effectLst/>
              </a:rPr>
              <a:t> </a:t>
            </a:r>
            <a:endParaRPr lang="id-ID" sz="1600" dirty="0">
              <a:effectLst/>
            </a:endParaRPr>
          </a:p>
          <a:p>
            <a:endParaRPr lang="id-ID" sz="1600" dirty="0"/>
          </a:p>
        </p:txBody>
      </p:sp>
    </p:spTree>
    <p:extLst>
      <p:ext uri="{BB962C8B-B14F-4D97-AF65-F5344CB8AC3E}">
        <p14:creationId xmlns:p14="http://schemas.microsoft.com/office/powerpoint/2010/main" val="2976931194"/>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2736" y="476672"/>
            <a:ext cx="5064953" cy="1695631"/>
          </a:xfrm>
        </p:spPr>
        <p:txBody>
          <a:bodyPr/>
          <a:lstStyle/>
          <a:p>
            <a:r>
              <a:rPr lang="id-ID" dirty="0" smtClean="0"/>
              <a:t>RAID 60</a:t>
            </a:r>
            <a:endParaRPr lang="id-ID" dirty="0"/>
          </a:p>
        </p:txBody>
      </p:sp>
      <p:sp>
        <p:nvSpPr>
          <p:cNvPr id="3" name="Content Placeholder 2"/>
          <p:cNvSpPr>
            <a:spLocks noGrp="1"/>
          </p:cNvSpPr>
          <p:nvPr>
            <p:ph idx="1"/>
          </p:nvPr>
        </p:nvSpPr>
        <p:spPr>
          <a:xfrm>
            <a:off x="4355976" y="959716"/>
            <a:ext cx="4658735" cy="5077623"/>
          </a:xfrm>
        </p:spPr>
        <p:txBody>
          <a:bodyPr>
            <a:noAutofit/>
          </a:bodyPr>
          <a:lstStyle/>
          <a:p>
            <a:pPr fontAlgn="t"/>
            <a:r>
              <a:rPr lang="id-ID" sz="1400" b="1" dirty="0">
                <a:effectLst/>
              </a:rPr>
              <a:t>Cara kerja : </a:t>
            </a:r>
            <a:r>
              <a:rPr lang="id-ID" sz="1400" dirty="0">
                <a:effectLst/>
              </a:rPr>
              <a:t>Mimimal membutuhkan delapan </a:t>
            </a:r>
            <a:r>
              <a:rPr lang="id-ID" sz="1400" i="1" dirty="0">
                <a:effectLst/>
              </a:rPr>
              <a:t>hard disk</a:t>
            </a:r>
            <a:r>
              <a:rPr lang="id-ID" sz="1400" dirty="0">
                <a:effectLst/>
              </a:rPr>
              <a:t>. Data dipecah </a:t>
            </a:r>
            <a:r>
              <a:rPr lang="id-ID" sz="1400" i="1" dirty="0">
                <a:effectLst/>
              </a:rPr>
              <a:t>(stripe)</a:t>
            </a:r>
            <a:r>
              <a:rPr lang="id-ID" sz="1400" dirty="0">
                <a:effectLst/>
              </a:rPr>
              <a:t> pada dua array, dan pada masing-masing array data di-pecah dan didistribusikan ke empat</a:t>
            </a:r>
            <a:r>
              <a:rPr lang="id-ID" sz="1400" i="1" dirty="0">
                <a:effectLst/>
              </a:rPr>
              <a:t>hard disk</a:t>
            </a:r>
            <a:r>
              <a:rPr lang="id-ID" sz="1400" dirty="0">
                <a:effectLst/>
              </a:rPr>
              <a:t> dan masing masing </a:t>
            </a:r>
            <a:r>
              <a:rPr lang="id-ID" sz="1400" i="1" dirty="0">
                <a:effectLst/>
              </a:rPr>
              <a:t>hard disk</a:t>
            </a:r>
            <a:r>
              <a:rPr lang="id-ID" sz="1400" dirty="0">
                <a:effectLst/>
              </a:rPr>
              <a:t> pada masing-masing array terdapat dua </a:t>
            </a:r>
            <a:r>
              <a:rPr lang="id-ID" sz="1400" i="1" dirty="0">
                <a:effectLst/>
              </a:rPr>
              <a:t>parity</a:t>
            </a:r>
            <a:r>
              <a:rPr lang="id-ID" sz="1400" dirty="0">
                <a:effectLst/>
              </a:rPr>
              <a:t>yang bisa  dianalogikan sebagai </a:t>
            </a:r>
            <a:r>
              <a:rPr lang="id-ID" sz="1400" i="1" dirty="0">
                <a:effectLst/>
              </a:rPr>
              <a:t>image</a:t>
            </a:r>
            <a:r>
              <a:rPr lang="id-ID" sz="1400" dirty="0">
                <a:effectLst/>
              </a:rPr>
              <a:t> dari masing-masing blok data </a:t>
            </a:r>
            <a:r>
              <a:rPr lang="id-ID" sz="1400" i="1" dirty="0">
                <a:effectLst/>
              </a:rPr>
              <a:t>hard disk</a:t>
            </a:r>
            <a:r>
              <a:rPr lang="id-ID" sz="1400" dirty="0">
                <a:effectLst/>
              </a:rPr>
              <a:t>lainnya. Efisiensi penyimpanan data menggunakan delapan</a:t>
            </a:r>
            <a:r>
              <a:rPr lang="id-ID" sz="1400" i="1" dirty="0">
                <a:effectLst/>
              </a:rPr>
              <a:t> hard disk</a:t>
            </a:r>
            <a:r>
              <a:rPr lang="id-ID" sz="1400" dirty="0">
                <a:effectLst/>
              </a:rPr>
              <a:t> adalah 50%.</a:t>
            </a:r>
          </a:p>
          <a:p>
            <a:pPr fontAlgn="t"/>
            <a:r>
              <a:rPr lang="id-ID" sz="1400" b="1" dirty="0">
                <a:effectLst/>
              </a:rPr>
              <a:t> </a:t>
            </a:r>
            <a:endParaRPr lang="id-ID" sz="1400" dirty="0">
              <a:effectLst/>
            </a:endParaRPr>
          </a:p>
          <a:p>
            <a:pPr fontAlgn="t"/>
            <a:r>
              <a:rPr lang="id-ID" sz="1400" b="1" dirty="0">
                <a:effectLst/>
              </a:rPr>
              <a:t>Contoh : </a:t>
            </a:r>
            <a:r>
              <a:rPr lang="id-ID" sz="1400" dirty="0">
                <a:effectLst/>
              </a:rPr>
              <a:t>Delapan </a:t>
            </a:r>
            <a:r>
              <a:rPr lang="id-ID" sz="1400" i="1" dirty="0">
                <a:effectLst/>
              </a:rPr>
              <a:t>hard disk</a:t>
            </a:r>
            <a:r>
              <a:rPr lang="id-ID" sz="1400" dirty="0">
                <a:effectLst/>
              </a:rPr>
              <a:t> berkapasitas 250GB dikonfigurasi RAID 6 maka kapasitas yang dapat digunakan untuk penyimpanan data adalah 1000GB ((50/100 )x 2000GB), sisa kapasitas yang tidak terdeteksi digunakan untuk penyimpanan parity.</a:t>
            </a:r>
          </a:p>
          <a:p>
            <a:pPr fontAlgn="t"/>
            <a:r>
              <a:rPr lang="id-ID" sz="1400" b="1" dirty="0">
                <a:effectLst/>
              </a:rPr>
              <a:t> </a:t>
            </a:r>
            <a:endParaRPr lang="id-ID" sz="1400" dirty="0">
              <a:effectLst/>
            </a:endParaRPr>
          </a:p>
          <a:p>
            <a:pPr fontAlgn="t"/>
            <a:r>
              <a:rPr lang="id-ID" sz="1400" b="1" dirty="0">
                <a:effectLst/>
              </a:rPr>
              <a:t>Kelebihan</a:t>
            </a:r>
            <a:r>
              <a:rPr lang="id-ID" sz="1400" dirty="0">
                <a:effectLst/>
              </a:rPr>
              <a:t> : Memiliki performa </a:t>
            </a:r>
            <a:r>
              <a:rPr lang="id-ID" sz="1400" i="1" dirty="0">
                <a:effectLst/>
              </a:rPr>
              <a:t>read</a:t>
            </a:r>
            <a:r>
              <a:rPr lang="id-ID" sz="1400" dirty="0">
                <a:effectLst/>
              </a:rPr>
              <a:t> yang bagus dan performa </a:t>
            </a:r>
            <a:r>
              <a:rPr lang="id-ID" sz="1400" i="1" dirty="0">
                <a:effectLst/>
              </a:rPr>
              <a:t>write</a:t>
            </a:r>
            <a:r>
              <a:rPr lang="id-ID" sz="1400" dirty="0">
                <a:effectLst/>
              </a:rPr>
              <a:t> yang bagus pada mode </a:t>
            </a:r>
            <a:r>
              <a:rPr lang="id-ID" sz="1400" i="1" dirty="0">
                <a:effectLst/>
              </a:rPr>
              <a:t>write back</a:t>
            </a:r>
            <a:r>
              <a:rPr lang="id-ID" sz="1400" dirty="0">
                <a:effectLst/>
              </a:rPr>
              <a:t> (masih dibawah RAID 5). Mengijinkan dua </a:t>
            </a:r>
            <a:r>
              <a:rPr lang="id-ID" sz="1400" i="1" dirty="0">
                <a:effectLst/>
              </a:rPr>
              <a:t>hard disk</a:t>
            </a:r>
            <a:r>
              <a:rPr lang="id-ID" sz="1400" dirty="0">
                <a:effectLst/>
              </a:rPr>
              <a:t> gagal.</a:t>
            </a:r>
          </a:p>
          <a:p>
            <a:pPr fontAlgn="t"/>
            <a:r>
              <a:rPr lang="id-ID" sz="1400" b="1" dirty="0">
                <a:effectLst/>
              </a:rPr>
              <a:t> </a:t>
            </a:r>
            <a:endParaRPr lang="id-ID" sz="1400" dirty="0">
              <a:effectLst/>
            </a:endParaRPr>
          </a:p>
          <a:p>
            <a:pPr fontAlgn="t"/>
            <a:r>
              <a:rPr lang="id-ID" sz="1400" b="1" dirty="0">
                <a:effectLst/>
              </a:rPr>
              <a:t>Kekurangan </a:t>
            </a:r>
            <a:r>
              <a:rPr lang="id-ID" sz="1400" dirty="0">
                <a:effectLst/>
              </a:rPr>
              <a:t>: Penulisan data lebih lambat dibanding RAID 0 dan RAID 1 dan RAID 5 bila pada mode </a:t>
            </a:r>
            <a:r>
              <a:rPr lang="id-ID" sz="1400" i="1" dirty="0">
                <a:effectLst/>
              </a:rPr>
              <a:t>write throug</a:t>
            </a:r>
            <a:r>
              <a:rPr lang="id-ID" sz="1400" dirty="0">
                <a:effectLst/>
              </a:rPr>
              <a:t>h.</a:t>
            </a:r>
          </a:p>
          <a:p>
            <a:endParaRPr lang="id-ID" sz="1400" dirty="0"/>
          </a:p>
        </p:txBody>
      </p:sp>
    </p:spTree>
    <p:extLst>
      <p:ext uri="{BB962C8B-B14F-4D97-AF65-F5344CB8AC3E}">
        <p14:creationId xmlns:p14="http://schemas.microsoft.com/office/powerpoint/2010/main" val="1009829570"/>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Kilter">
  <a:themeElements>
    <a:clrScheme name="Kilter">
      <a:dk1>
        <a:sysClr val="windowText" lastClr="000000"/>
      </a:dk1>
      <a:lt1>
        <a:sysClr val="window" lastClr="FFFFFF"/>
      </a:lt1>
      <a:dk2>
        <a:srgbClr val="318FC5"/>
      </a:dk2>
      <a:lt2>
        <a:srgbClr val="AEE8FB"/>
      </a:lt2>
      <a:accent1>
        <a:srgbClr val="76C5EF"/>
      </a:accent1>
      <a:accent2>
        <a:srgbClr val="FEA022"/>
      </a:accent2>
      <a:accent3>
        <a:srgbClr val="FF6700"/>
      </a:accent3>
      <a:accent4>
        <a:srgbClr val="70A525"/>
      </a:accent4>
      <a:accent5>
        <a:srgbClr val="A5D848"/>
      </a:accent5>
      <a:accent6>
        <a:srgbClr val="20768C"/>
      </a:accent6>
      <a:hlink>
        <a:srgbClr val="7AB6E8"/>
      </a:hlink>
      <a:folHlink>
        <a:srgbClr val="83B0D3"/>
      </a:folHlink>
    </a:clrScheme>
    <a:fontScheme name="Kilter">
      <a:majorFont>
        <a:latin typeface="Rockwell"/>
        <a:ea typeface=""/>
        <a:cs typeface=""/>
        <a:font script="Grek" typeface="Cambria"/>
        <a:font script="Cyrl" typeface="Cambria"/>
        <a:font script="Jpan" typeface="HGS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Rockwell"/>
        <a:ea typeface=""/>
        <a:cs typeface=""/>
        <a:font script="Grek" typeface="Cambria"/>
        <a:font script="Cyrl" typeface="Cambria"/>
        <a:font script="Jpan" typeface="HGS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ilter">
      <a:fillStyleLst>
        <a:solidFill>
          <a:schemeClr val="phClr"/>
        </a:solidFill>
        <a:gradFill rotWithShape="1">
          <a:gsLst>
            <a:gs pos="0">
              <a:schemeClr val="phClr">
                <a:tint val="14000"/>
                <a:satMod val="180000"/>
                <a:lumMod val="100000"/>
              </a:schemeClr>
            </a:gs>
            <a:gs pos="42000">
              <a:schemeClr val="phClr">
                <a:tint val="40000"/>
                <a:satMod val="160000"/>
                <a:lumMod val="94000"/>
              </a:schemeClr>
            </a:gs>
            <a:gs pos="100000">
              <a:schemeClr val="phClr">
                <a:tint val="94000"/>
                <a:satMod val="140000"/>
              </a:schemeClr>
            </a:gs>
          </a:gsLst>
          <a:lin ang="5160000" scaled="1"/>
        </a:gradFill>
        <a:gradFill rotWithShape="1">
          <a:gsLst>
            <a:gs pos="38000">
              <a:schemeClr val="phClr">
                <a:satMod val="120000"/>
              </a:schemeClr>
            </a:gs>
            <a:gs pos="100000">
              <a:schemeClr val="phClr">
                <a:shade val="60000"/>
                <a:satMod val="180000"/>
                <a:lumMod val="70000"/>
              </a:schemeClr>
            </a:gs>
          </a:gsLst>
          <a:lin ang="4680000" scaled="0"/>
        </a:gradFill>
      </a:fillStyleLst>
      <a:lnStyleLst>
        <a:ln w="12700" cap="flat" cmpd="sng" algn="ctr">
          <a:solidFill>
            <a:schemeClr val="phClr">
              <a:shade val="50000"/>
            </a:schemeClr>
          </a:solidFill>
          <a:prstDash val="solid"/>
        </a:ln>
        <a:ln w="25400" cap="flat" cmpd="sng" algn="ctr">
          <a:solidFill>
            <a:schemeClr val="phClr">
              <a:shade val="75000"/>
              <a:lumMod val="90000"/>
            </a:schemeClr>
          </a:solidFill>
          <a:prstDash val="solid"/>
        </a:ln>
        <a:ln w="38100" cap="flat" cmpd="sng" algn="ctr">
          <a:solidFill>
            <a:schemeClr val="phClr"/>
          </a:solidFill>
          <a:prstDash val="solid"/>
        </a:ln>
      </a:lnStyleLst>
      <a:effectStyleLst>
        <a:effectStyle>
          <a:effectLst>
            <a:outerShdw blurRad="63500" dist="12700" dir="5400000" sx="102000" sy="102000" rotWithShape="0">
              <a:srgbClr val="000000">
                <a:alpha val="20000"/>
              </a:srgbClr>
            </a:outerShdw>
          </a:effectLst>
        </a:effectStyle>
        <a:effectStyle>
          <a:effectLst>
            <a:outerShdw blurRad="76200" dist="25400" dir="5400000" rotWithShape="0">
              <a:srgbClr val="000000">
                <a:alpha val="50000"/>
              </a:srgbClr>
            </a:outerShdw>
          </a:effectLst>
          <a:scene3d>
            <a:camera prst="orthographicFront">
              <a:rot lat="0" lon="0" rev="0"/>
            </a:camera>
            <a:lightRig rig="glow" dir="tl">
              <a:rot lat="0" lon="0" rev="19800000"/>
            </a:lightRig>
          </a:scene3d>
          <a:sp3d prstMaterial="metal">
            <a:bevelT w="152400" h="63500" prst="softRound"/>
          </a:sp3d>
        </a:effectStyle>
        <a:effectStyle>
          <a:effectLst>
            <a:outerShdw blurRad="107950" dist="12700" dir="5040000" rotWithShape="0">
              <a:srgbClr val="000000">
                <a:alpha val="54000"/>
              </a:srgbClr>
            </a:outerShdw>
          </a:effectLst>
          <a:scene3d>
            <a:camera prst="orthographicFront">
              <a:rot lat="0" lon="0" rev="0"/>
            </a:camera>
            <a:lightRig rig="threePt" dir="tl">
              <a:rot lat="0" lon="0" rev="19800000"/>
            </a:lightRig>
          </a:scene3d>
          <a:sp3d prstMaterial="plastic">
            <a:bevelT h="63500" prst="softRound"/>
          </a:sp3d>
        </a:effectStyle>
      </a:effectStyleLst>
      <a:bgFillStyleLst>
        <a:solidFill>
          <a:schemeClr val="phClr"/>
        </a:solidFill>
        <a:gradFill rotWithShape="1">
          <a:gsLst>
            <a:gs pos="0">
              <a:schemeClr val="phClr">
                <a:tint val="95000"/>
                <a:satMod val="140000"/>
                <a:lumMod val="120000"/>
              </a:schemeClr>
            </a:gs>
            <a:gs pos="100000">
              <a:schemeClr val="phClr">
                <a:tint val="95000"/>
                <a:shade val="70000"/>
                <a:satMod val="180000"/>
                <a:lumMod val="82000"/>
              </a:schemeClr>
            </a:gs>
          </a:gsLst>
          <a:path path="circle">
            <a:fillToRect l="25000" t="25000" r="25000" b="25000"/>
          </a:path>
        </a:gradFill>
        <a:gradFill rotWithShape="1">
          <a:gsLst>
            <a:gs pos="0">
              <a:schemeClr val="phClr">
                <a:tint val="94000"/>
                <a:satMod val="140000"/>
                <a:lumMod val="120000"/>
              </a:schemeClr>
            </a:gs>
            <a:gs pos="100000">
              <a:schemeClr val="phClr">
                <a:tint val="97000"/>
                <a:shade val="70000"/>
                <a:satMod val="190000"/>
                <a:lumMod val="72000"/>
              </a:schemeClr>
            </a:gs>
          </a:gsLst>
          <a:path path="circle">
            <a:fillToRect l="50000" t="50000" r="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TM01859865[[fn=Kilter]]</Template>
  <TotalTime>58</TotalTime>
  <Words>58</Words>
  <Application>Microsoft Office PowerPoint</Application>
  <PresentationFormat>On-screen Show (4:3)</PresentationFormat>
  <Paragraphs>64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Comic Sans MS</vt:lpstr>
      <vt:lpstr>Maiandra GD</vt:lpstr>
      <vt:lpstr>Rockwell</vt:lpstr>
      <vt:lpstr>Wingdings</vt:lpstr>
      <vt:lpstr>Kilter</vt:lpstr>
      <vt:lpstr>Pengenalan Media Penyimpanan Teknologi RAID </vt:lpstr>
      <vt:lpstr>Teknologi Raid Pada PC Desktop atau Notebook sering kita jumpai single hard disk terpasang, meskipun ada lebih dari satu terpasang tetapi hanya digunkan sebaga penambahan harddisk sehingga tempat penyimpanan data bertambah. Lain halnya untuk server yang mempunyai karakteristik utama yaitu tidak boleh mati karena jika mati komputer klien yang menggunakan aplikasi yang terhubung dengan server tersebut akan terputus total. Selain itu data yang tersimpan pada server sangat penting, sehingga diperlukan suatu solusi agar data tidak hilang dikarenakan hard disk yang bermasalah, salah satu solusi selain melakukan backup data secara manual maupun otomatis adalah dengan menggunakan sistem RAID. </vt:lpstr>
      <vt:lpstr>Teknologi Raid</vt:lpstr>
      <vt:lpstr>RAID 0</vt:lpstr>
      <vt:lpstr>RAID 10</vt:lpstr>
      <vt:lpstr>RAID 5</vt:lpstr>
      <vt:lpstr>RAID 1</vt:lpstr>
      <vt:lpstr>RAID 6</vt:lpstr>
      <vt:lpstr>RAID 1E</vt:lpstr>
      <vt:lpstr>RAID 50</vt:lpstr>
      <vt:lpstr>RAID 60</vt:lpstr>
    </vt:vector>
  </TitlesOfParts>
  <Company>IT CLUB SMKN 1 Sigli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Pengenalan Media Penyimpanan Teknologi RAID</dc:title>
  <dc:creator>Faridzoel Mossal</dc:creator>
  <cp:lastModifiedBy>Faridzoel Mossal</cp:lastModifiedBy>
  <cp:revision>12</cp:revision>
  <dcterms:created xsi:type="dcterms:W3CDTF">2015-05-05T02:33:49Z</dcterms:created>
  <dcterms:modified xsi:type="dcterms:W3CDTF">2015-08-01T12:55:46Z</dcterms:modified>
</cp:coreProperties>
</file>